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440" r:id="rId3"/>
    <p:sldId id="469" r:id="rId4"/>
    <p:sldId id="470" r:id="rId5"/>
    <p:sldId id="458" r:id="rId6"/>
    <p:sldId id="441" r:id="rId7"/>
    <p:sldId id="471" r:id="rId8"/>
    <p:sldId id="442" r:id="rId9"/>
    <p:sldId id="472" r:id="rId10"/>
    <p:sldId id="443" r:id="rId11"/>
    <p:sldId id="444" r:id="rId12"/>
    <p:sldId id="445" r:id="rId13"/>
    <p:sldId id="473" r:id="rId14"/>
    <p:sldId id="447" r:id="rId15"/>
    <p:sldId id="4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C62B83-166D-44EC-A4C8-1A0A1B332FB8}" v="101" dt="2024-08-02T06:58:48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4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Nasucha" userId="1346f31b-a737-4b43-93e0-d502aa96fb32" providerId="ADAL" clId="{22716420-2E3A-4D4C-9ED3-A123A2C087CC}"/>
    <pc:docChg chg="modSld">
      <pc:chgData name="Mohammad Nasucha" userId="1346f31b-a737-4b43-93e0-d502aa96fb32" providerId="ADAL" clId="{22716420-2E3A-4D4C-9ED3-A123A2C087CC}" dt="2023-09-16T01:39:21.643" v="37" actId="255"/>
      <pc:docMkLst>
        <pc:docMk/>
      </pc:docMkLst>
      <pc:sldChg chg="modSp mod">
        <pc:chgData name="Mohammad Nasucha" userId="1346f31b-a737-4b43-93e0-d502aa96fb32" providerId="ADAL" clId="{22716420-2E3A-4D4C-9ED3-A123A2C087CC}" dt="2023-09-16T01:38:34.132" v="20" actId="6549"/>
        <pc:sldMkLst>
          <pc:docMk/>
          <pc:sldMk cId="3113719772" sldId="303"/>
        </pc:sldMkLst>
        <pc:spChg chg="mod">
          <ac:chgData name="Mohammad Nasucha" userId="1346f31b-a737-4b43-93e0-d502aa96fb32" providerId="ADAL" clId="{22716420-2E3A-4D4C-9ED3-A123A2C087CC}" dt="2023-09-16T01:38:34.132" v="20" actId="6549"/>
          <ac:spMkLst>
            <pc:docMk/>
            <pc:sldMk cId="3113719772" sldId="303"/>
            <ac:spMk id="13" creationId="{00000000-0000-0000-0000-000000000000}"/>
          </ac:spMkLst>
        </pc:spChg>
      </pc:sldChg>
      <pc:sldChg chg="delSp modSp mod">
        <pc:chgData name="Mohammad Nasucha" userId="1346f31b-a737-4b43-93e0-d502aa96fb32" providerId="ADAL" clId="{22716420-2E3A-4D4C-9ED3-A123A2C087CC}" dt="2023-09-16T01:39:21.643" v="37" actId="255"/>
        <pc:sldMkLst>
          <pc:docMk/>
          <pc:sldMk cId="361273994" sldId="466"/>
        </pc:sldMkLst>
        <pc:spChg chg="mod">
          <ac:chgData name="Mohammad Nasucha" userId="1346f31b-a737-4b43-93e0-d502aa96fb32" providerId="ADAL" clId="{22716420-2E3A-4D4C-9ED3-A123A2C087CC}" dt="2023-09-16T01:39:21.643" v="37" actId="255"/>
          <ac:spMkLst>
            <pc:docMk/>
            <pc:sldMk cId="361273994" sldId="466"/>
            <ac:spMk id="6" creationId="{3780E7CB-EFB0-486E-BE89-ABCE42AF1E08}"/>
          </ac:spMkLst>
        </pc:spChg>
        <pc:picChg chg="del">
          <ac:chgData name="Mohammad Nasucha" userId="1346f31b-a737-4b43-93e0-d502aa96fb32" providerId="ADAL" clId="{22716420-2E3A-4D4C-9ED3-A123A2C087CC}" dt="2023-09-16T01:39:15.606" v="36" actId="478"/>
          <ac:picMkLst>
            <pc:docMk/>
            <pc:sldMk cId="361273994" sldId="466"/>
            <ac:picMk id="1026" creationId="{5D50A613-5646-41FC-95F1-E5DFDB677360}"/>
          </ac:picMkLst>
        </pc:picChg>
      </pc:sldChg>
    </pc:docChg>
  </pc:docChgLst>
  <pc:docChgLst>
    <pc:chgData name="Mohammad Nasucha" userId="1346f31b-a737-4b43-93e0-d502aa96fb32" providerId="ADAL" clId="{06C77269-5E2F-4DD5-BC22-BE6D1E51E036}"/>
    <pc:docChg chg="custSel addSld delSld modSld">
      <pc:chgData name="Mohammad Nasucha" userId="1346f31b-a737-4b43-93e0-d502aa96fb32" providerId="ADAL" clId="{06C77269-5E2F-4DD5-BC22-BE6D1E51E036}" dt="2024-01-26T07:00:15.765" v="466" actId="478"/>
      <pc:docMkLst>
        <pc:docMk/>
      </pc:docMkLst>
      <pc:sldChg chg="modSp modAnim">
        <pc:chgData name="Mohammad Nasucha" userId="1346f31b-a737-4b43-93e0-d502aa96fb32" providerId="ADAL" clId="{06C77269-5E2F-4DD5-BC22-BE6D1E51E036}" dt="2024-01-26T06:57:02.823" v="429" actId="207"/>
        <pc:sldMkLst>
          <pc:docMk/>
          <pc:sldMk cId="3426101117" sldId="440"/>
        </pc:sldMkLst>
        <pc:spChg chg="mod">
          <ac:chgData name="Mohammad Nasucha" userId="1346f31b-a737-4b43-93e0-d502aa96fb32" providerId="ADAL" clId="{06C77269-5E2F-4DD5-BC22-BE6D1E51E036}" dt="2024-01-26T06:57:02.823" v="429" actId="207"/>
          <ac:spMkLst>
            <pc:docMk/>
            <pc:sldMk cId="3426101117" sldId="440"/>
            <ac:spMk id="8" creationId="{00000000-0000-0000-0000-000000000000}"/>
          </ac:spMkLst>
        </pc:spChg>
      </pc:sldChg>
      <pc:sldChg chg="delSp modSp mod">
        <pc:chgData name="Mohammad Nasucha" userId="1346f31b-a737-4b43-93e0-d502aa96fb32" providerId="ADAL" clId="{06C77269-5E2F-4DD5-BC22-BE6D1E51E036}" dt="2024-01-26T06:57:38.572" v="434" actId="478"/>
        <pc:sldMkLst>
          <pc:docMk/>
          <pc:sldMk cId="4022331644" sldId="441"/>
        </pc:sldMkLst>
        <pc:spChg chg="mod">
          <ac:chgData name="Mohammad Nasucha" userId="1346f31b-a737-4b43-93e0-d502aa96fb32" providerId="ADAL" clId="{06C77269-5E2F-4DD5-BC22-BE6D1E51E036}" dt="2024-01-26T06:57:36.661" v="433" actId="1076"/>
          <ac:spMkLst>
            <pc:docMk/>
            <pc:sldMk cId="4022331644" sldId="441"/>
            <ac:spMk id="5" creationId="{52171580-1F4F-44D0-97B2-7E35B44C3FA6}"/>
          </ac:spMkLst>
        </pc:spChg>
        <pc:spChg chg="mod">
          <ac:chgData name="Mohammad Nasucha" userId="1346f31b-a737-4b43-93e0-d502aa96fb32" providerId="ADAL" clId="{06C77269-5E2F-4DD5-BC22-BE6D1E51E036}" dt="2024-01-26T06:57:35.785" v="432" actId="207"/>
          <ac:spMkLst>
            <pc:docMk/>
            <pc:sldMk cId="4022331644" sldId="441"/>
            <ac:spMk id="8" creationId="{00000000-0000-0000-0000-000000000000}"/>
          </ac:spMkLst>
        </pc:spChg>
        <pc:cxnChg chg="del">
          <ac:chgData name="Mohammad Nasucha" userId="1346f31b-a737-4b43-93e0-d502aa96fb32" providerId="ADAL" clId="{06C77269-5E2F-4DD5-BC22-BE6D1E51E036}" dt="2024-01-26T06:57:38.572" v="434" actId="478"/>
          <ac:cxnSpMkLst>
            <pc:docMk/>
            <pc:sldMk cId="4022331644" sldId="441"/>
            <ac:cxnSpMk id="3" creationId="{6B1FF719-F495-41F6-9AC7-ECC7B18A92B1}"/>
          </ac:cxnSpMkLst>
        </pc:cxnChg>
      </pc:sldChg>
      <pc:sldChg chg="delSp modSp mod">
        <pc:chgData name="Mohammad Nasucha" userId="1346f31b-a737-4b43-93e0-d502aa96fb32" providerId="ADAL" clId="{06C77269-5E2F-4DD5-BC22-BE6D1E51E036}" dt="2024-01-26T06:58:13.417" v="439" actId="207"/>
        <pc:sldMkLst>
          <pc:docMk/>
          <pc:sldMk cId="2526445844" sldId="442"/>
        </pc:sldMkLst>
        <pc:spChg chg="mod">
          <ac:chgData name="Mohammad Nasucha" userId="1346f31b-a737-4b43-93e0-d502aa96fb32" providerId="ADAL" clId="{06C77269-5E2F-4DD5-BC22-BE6D1E51E036}" dt="2024-01-26T06:58:13.417" v="439" actId="207"/>
          <ac:spMkLst>
            <pc:docMk/>
            <pc:sldMk cId="2526445844" sldId="442"/>
            <ac:spMk id="5" creationId="{52171580-1F4F-44D0-97B2-7E35B44C3FA6}"/>
          </ac:spMkLst>
        </pc:spChg>
        <pc:spChg chg="mod">
          <ac:chgData name="Mohammad Nasucha" userId="1346f31b-a737-4b43-93e0-d502aa96fb32" providerId="ADAL" clId="{06C77269-5E2F-4DD5-BC22-BE6D1E51E036}" dt="2024-01-26T06:57:51.902" v="437" actId="207"/>
          <ac:spMkLst>
            <pc:docMk/>
            <pc:sldMk cId="2526445844" sldId="442"/>
            <ac:spMk id="8" creationId="{00000000-0000-0000-0000-000000000000}"/>
          </ac:spMkLst>
        </pc:spChg>
        <pc:cxnChg chg="del">
          <ac:chgData name="Mohammad Nasucha" userId="1346f31b-a737-4b43-93e0-d502aa96fb32" providerId="ADAL" clId="{06C77269-5E2F-4DD5-BC22-BE6D1E51E036}" dt="2024-01-26T06:57:54.422" v="438" actId="478"/>
          <ac:cxnSpMkLst>
            <pc:docMk/>
            <pc:sldMk cId="2526445844" sldId="442"/>
            <ac:cxnSpMk id="3" creationId="{6B1FF719-F495-41F6-9AC7-ECC7B18A92B1}"/>
          </ac:cxnSpMkLst>
        </pc:cxnChg>
      </pc:sldChg>
      <pc:sldChg chg="delSp modSp mod">
        <pc:chgData name="Mohammad Nasucha" userId="1346f31b-a737-4b43-93e0-d502aa96fb32" providerId="ADAL" clId="{06C77269-5E2F-4DD5-BC22-BE6D1E51E036}" dt="2024-01-26T06:58:34.111" v="443" actId="207"/>
        <pc:sldMkLst>
          <pc:docMk/>
          <pc:sldMk cId="19027140" sldId="443"/>
        </pc:sldMkLst>
        <pc:spChg chg="mod">
          <ac:chgData name="Mohammad Nasucha" userId="1346f31b-a737-4b43-93e0-d502aa96fb32" providerId="ADAL" clId="{06C77269-5E2F-4DD5-BC22-BE6D1E51E036}" dt="2024-01-26T06:58:34.111" v="443" actId="207"/>
          <ac:spMkLst>
            <pc:docMk/>
            <pc:sldMk cId="19027140" sldId="443"/>
            <ac:spMk id="8" creationId="{00000000-0000-0000-0000-000000000000}"/>
          </ac:spMkLst>
        </pc:spChg>
        <pc:cxnChg chg="del">
          <ac:chgData name="Mohammad Nasucha" userId="1346f31b-a737-4b43-93e0-d502aa96fb32" providerId="ADAL" clId="{06C77269-5E2F-4DD5-BC22-BE6D1E51E036}" dt="2024-01-26T06:58:26.409" v="442" actId="478"/>
          <ac:cxnSpMkLst>
            <pc:docMk/>
            <pc:sldMk cId="19027140" sldId="443"/>
            <ac:cxnSpMk id="3" creationId="{6B1FF719-F495-41F6-9AC7-ECC7B18A92B1}"/>
          </ac:cxnSpMkLst>
        </pc:cxnChg>
      </pc:sldChg>
      <pc:sldChg chg="delSp modSp mod">
        <pc:chgData name="Mohammad Nasucha" userId="1346f31b-a737-4b43-93e0-d502aa96fb32" providerId="ADAL" clId="{06C77269-5E2F-4DD5-BC22-BE6D1E51E036}" dt="2024-01-26T06:58:43.722" v="445" actId="207"/>
        <pc:sldMkLst>
          <pc:docMk/>
          <pc:sldMk cId="553953002" sldId="444"/>
        </pc:sldMkLst>
        <pc:spChg chg="mod">
          <ac:chgData name="Mohammad Nasucha" userId="1346f31b-a737-4b43-93e0-d502aa96fb32" providerId="ADAL" clId="{06C77269-5E2F-4DD5-BC22-BE6D1E51E036}" dt="2024-01-26T06:58:43.722" v="445" actId="207"/>
          <ac:spMkLst>
            <pc:docMk/>
            <pc:sldMk cId="553953002" sldId="444"/>
            <ac:spMk id="8" creationId="{00000000-0000-0000-0000-000000000000}"/>
          </ac:spMkLst>
        </pc:spChg>
        <pc:cxnChg chg="del">
          <ac:chgData name="Mohammad Nasucha" userId="1346f31b-a737-4b43-93e0-d502aa96fb32" providerId="ADAL" clId="{06C77269-5E2F-4DD5-BC22-BE6D1E51E036}" dt="2024-01-26T06:58:39.045" v="444" actId="478"/>
          <ac:cxnSpMkLst>
            <pc:docMk/>
            <pc:sldMk cId="553953002" sldId="444"/>
            <ac:cxnSpMk id="3" creationId="{6B1FF719-F495-41F6-9AC7-ECC7B18A92B1}"/>
          </ac:cxnSpMkLst>
        </pc:cxnChg>
      </pc:sldChg>
      <pc:sldChg chg="delSp modSp mod">
        <pc:chgData name="Mohammad Nasucha" userId="1346f31b-a737-4b43-93e0-d502aa96fb32" providerId="ADAL" clId="{06C77269-5E2F-4DD5-BC22-BE6D1E51E036}" dt="2024-01-26T06:58:49.358" v="447" actId="478"/>
        <pc:sldMkLst>
          <pc:docMk/>
          <pc:sldMk cId="1346560355" sldId="445"/>
        </pc:sldMkLst>
        <pc:spChg chg="mod">
          <ac:chgData name="Mohammad Nasucha" userId="1346f31b-a737-4b43-93e0-d502aa96fb32" providerId="ADAL" clId="{06C77269-5E2F-4DD5-BC22-BE6D1E51E036}" dt="2024-01-26T06:58:47.512" v="446" actId="207"/>
          <ac:spMkLst>
            <pc:docMk/>
            <pc:sldMk cId="1346560355" sldId="445"/>
            <ac:spMk id="8" creationId="{00000000-0000-0000-0000-000000000000}"/>
          </ac:spMkLst>
        </pc:spChg>
        <pc:cxnChg chg="del">
          <ac:chgData name="Mohammad Nasucha" userId="1346f31b-a737-4b43-93e0-d502aa96fb32" providerId="ADAL" clId="{06C77269-5E2F-4DD5-BC22-BE6D1E51E036}" dt="2024-01-26T06:58:49.358" v="447" actId="478"/>
          <ac:cxnSpMkLst>
            <pc:docMk/>
            <pc:sldMk cId="1346560355" sldId="445"/>
            <ac:cxnSpMk id="3" creationId="{6B1FF719-F495-41F6-9AC7-ECC7B18A92B1}"/>
          </ac:cxnSpMkLst>
        </pc:cxnChg>
      </pc:sldChg>
      <pc:sldChg chg="delSp modSp mod">
        <pc:chgData name="Mohammad Nasucha" userId="1346f31b-a737-4b43-93e0-d502aa96fb32" providerId="ADAL" clId="{06C77269-5E2F-4DD5-BC22-BE6D1E51E036}" dt="2024-01-26T06:59:09.689" v="452" actId="478"/>
        <pc:sldMkLst>
          <pc:docMk/>
          <pc:sldMk cId="729904653" sldId="447"/>
        </pc:sldMkLst>
        <pc:spChg chg="mod">
          <ac:chgData name="Mohammad Nasucha" userId="1346f31b-a737-4b43-93e0-d502aa96fb32" providerId="ADAL" clId="{06C77269-5E2F-4DD5-BC22-BE6D1E51E036}" dt="2024-01-26T06:59:07.454" v="451" actId="1076"/>
          <ac:spMkLst>
            <pc:docMk/>
            <pc:sldMk cId="729904653" sldId="447"/>
            <ac:spMk id="6" creationId="{3780E7CB-EFB0-486E-BE89-ABCE42AF1E08}"/>
          </ac:spMkLst>
        </pc:spChg>
        <pc:spChg chg="mod">
          <ac:chgData name="Mohammad Nasucha" userId="1346f31b-a737-4b43-93e0-d502aa96fb32" providerId="ADAL" clId="{06C77269-5E2F-4DD5-BC22-BE6D1E51E036}" dt="2024-01-26T06:59:06.985" v="450" actId="207"/>
          <ac:spMkLst>
            <pc:docMk/>
            <pc:sldMk cId="729904653" sldId="447"/>
            <ac:spMk id="8" creationId="{00000000-0000-0000-0000-000000000000}"/>
          </ac:spMkLst>
        </pc:spChg>
        <pc:cxnChg chg="del">
          <ac:chgData name="Mohammad Nasucha" userId="1346f31b-a737-4b43-93e0-d502aa96fb32" providerId="ADAL" clId="{06C77269-5E2F-4DD5-BC22-BE6D1E51E036}" dt="2024-01-26T06:59:09.689" v="452" actId="478"/>
          <ac:cxnSpMkLst>
            <pc:docMk/>
            <pc:sldMk cId="729904653" sldId="447"/>
            <ac:cxnSpMk id="3" creationId="{6B1FF719-F495-41F6-9AC7-ECC7B18A92B1}"/>
          </ac:cxnSpMkLst>
        </pc:cxnChg>
      </pc:sldChg>
      <pc:sldChg chg="delSp modSp mod">
        <pc:chgData name="Mohammad Nasucha" userId="1346f31b-a737-4b43-93e0-d502aa96fb32" providerId="ADAL" clId="{06C77269-5E2F-4DD5-BC22-BE6D1E51E036}" dt="2024-01-26T06:59:31.711" v="456" actId="478"/>
        <pc:sldMkLst>
          <pc:docMk/>
          <pc:sldMk cId="313218019" sldId="448"/>
        </pc:sldMkLst>
        <pc:spChg chg="mod">
          <ac:chgData name="Mohammad Nasucha" userId="1346f31b-a737-4b43-93e0-d502aa96fb32" providerId="ADAL" clId="{06C77269-5E2F-4DD5-BC22-BE6D1E51E036}" dt="2024-01-26T06:59:29.348" v="455" actId="207"/>
          <ac:spMkLst>
            <pc:docMk/>
            <pc:sldMk cId="313218019" sldId="448"/>
            <ac:spMk id="8" creationId="{00000000-0000-0000-0000-000000000000}"/>
          </ac:spMkLst>
        </pc:spChg>
        <pc:cxnChg chg="del">
          <ac:chgData name="Mohammad Nasucha" userId="1346f31b-a737-4b43-93e0-d502aa96fb32" providerId="ADAL" clId="{06C77269-5E2F-4DD5-BC22-BE6D1E51E036}" dt="2024-01-26T06:59:31.711" v="456" actId="478"/>
          <ac:cxnSpMkLst>
            <pc:docMk/>
            <pc:sldMk cId="313218019" sldId="448"/>
            <ac:cxnSpMk id="3" creationId="{6B1FF719-F495-41F6-9AC7-ECC7B18A92B1}"/>
          </ac:cxnSpMkLst>
        </pc:cxnChg>
      </pc:sldChg>
      <pc:sldChg chg="delSp modSp mod">
        <pc:chgData name="Mohammad Nasucha" userId="1346f31b-a737-4b43-93e0-d502aa96fb32" providerId="ADAL" clId="{06C77269-5E2F-4DD5-BC22-BE6D1E51E036}" dt="2024-01-26T06:59:42.471" v="458" actId="478"/>
        <pc:sldMkLst>
          <pc:docMk/>
          <pc:sldMk cId="1004691867" sldId="451"/>
        </pc:sldMkLst>
        <pc:spChg chg="mod">
          <ac:chgData name="Mohammad Nasucha" userId="1346f31b-a737-4b43-93e0-d502aa96fb32" providerId="ADAL" clId="{06C77269-5E2F-4DD5-BC22-BE6D1E51E036}" dt="2024-01-26T06:59:36.885" v="457" actId="207"/>
          <ac:spMkLst>
            <pc:docMk/>
            <pc:sldMk cId="1004691867" sldId="451"/>
            <ac:spMk id="8" creationId="{00000000-0000-0000-0000-000000000000}"/>
          </ac:spMkLst>
        </pc:spChg>
        <pc:cxnChg chg="del">
          <ac:chgData name="Mohammad Nasucha" userId="1346f31b-a737-4b43-93e0-d502aa96fb32" providerId="ADAL" clId="{06C77269-5E2F-4DD5-BC22-BE6D1E51E036}" dt="2024-01-26T06:59:42.471" v="458" actId="478"/>
          <ac:cxnSpMkLst>
            <pc:docMk/>
            <pc:sldMk cId="1004691867" sldId="451"/>
            <ac:cxnSpMk id="3" creationId="{6B1FF719-F495-41F6-9AC7-ECC7B18A92B1}"/>
          </ac:cxnSpMkLst>
        </pc:cxnChg>
      </pc:sldChg>
      <pc:sldChg chg="modSp">
        <pc:chgData name="Mohammad Nasucha" userId="1346f31b-a737-4b43-93e0-d502aa96fb32" providerId="ADAL" clId="{06C77269-5E2F-4DD5-BC22-BE6D1E51E036}" dt="2024-01-26T06:57:30.829" v="431" actId="207"/>
        <pc:sldMkLst>
          <pc:docMk/>
          <pc:sldMk cId="641961459" sldId="458"/>
        </pc:sldMkLst>
        <pc:spChg chg="mod">
          <ac:chgData name="Mohammad Nasucha" userId="1346f31b-a737-4b43-93e0-d502aa96fb32" providerId="ADAL" clId="{06C77269-5E2F-4DD5-BC22-BE6D1E51E036}" dt="2024-01-26T06:57:30.829" v="431" actId="207"/>
          <ac:spMkLst>
            <pc:docMk/>
            <pc:sldMk cId="641961459" sldId="458"/>
            <ac:spMk id="8" creationId="{00000000-0000-0000-0000-000000000000}"/>
          </ac:spMkLst>
        </pc:spChg>
      </pc:sldChg>
      <pc:sldChg chg="modSp">
        <pc:chgData name="Mohammad Nasucha" userId="1346f31b-a737-4b43-93e0-d502aa96fb32" providerId="ADAL" clId="{06C77269-5E2F-4DD5-BC22-BE6D1E51E036}" dt="2024-01-26T06:57:47.794" v="436" actId="207"/>
        <pc:sldMkLst>
          <pc:docMk/>
          <pc:sldMk cId="3408915350" sldId="459"/>
        </pc:sldMkLst>
        <pc:spChg chg="mod">
          <ac:chgData name="Mohammad Nasucha" userId="1346f31b-a737-4b43-93e0-d502aa96fb32" providerId="ADAL" clId="{06C77269-5E2F-4DD5-BC22-BE6D1E51E036}" dt="2024-01-26T06:57:47.794" v="436" actId="207"/>
          <ac:spMkLst>
            <pc:docMk/>
            <pc:sldMk cId="3408915350" sldId="459"/>
            <ac:spMk id="8" creationId="{00000000-0000-0000-0000-000000000000}"/>
          </ac:spMkLst>
        </pc:spChg>
      </pc:sldChg>
      <pc:sldChg chg="modSp">
        <pc:chgData name="Mohammad Nasucha" userId="1346f31b-a737-4b43-93e0-d502aa96fb32" providerId="ADAL" clId="{06C77269-5E2F-4DD5-BC22-BE6D1E51E036}" dt="2024-01-26T06:58:57.432" v="449" actId="207"/>
        <pc:sldMkLst>
          <pc:docMk/>
          <pc:sldMk cId="2824301306" sldId="460"/>
        </pc:sldMkLst>
        <pc:spChg chg="mod">
          <ac:chgData name="Mohammad Nasucha" userId="1346f31b-a737-4b43-93e0-d502aa96fb32" providerId="ADAL" clId="{06C77269-5E2F-4DD5-BC22-BE6D1E51E036}" dt="2024-01-26T06:58:57.432" v="449" actId="207"/>
          <ac:spMkLst>
            <pc:docMk/>
            <pc:sldMk cId="2824301306" sldId="460"/>
            <ac:spMk id="8" creationId="{00000000-0000-0000-0000-000000000000}"/>
          </ac:spMkLst>
        </pc:spChg>
      </pc:sldChg>
      <pc:sldChg chg="modSp">
        <pc:chgData name="Mohammad Nasucha" userId="1346f31b-a737-4b43-93e0-d502aa96fb32" providerId="ADAL" clId="{06C77269-5E2F-4DD5-BC22-BE6D1E51E036}" dt="2024-01-26T06:58:21.652" v="441" actId="207"/>
        <pc:sldMkLst>
          <pc:docMk/>
          <pc:sldMk cId="2041639679" sldId="462"/>
        </pc:sldMkLst>
        <pc:spChg chg="mod">
          <ac:chgData name="Mohammad Nasucha" userId="1346f31b-a737-4b43-93e0-d502aa96fb32" providerId="ADAL" clId="{06C77269-5E2F-4DD5-BC22-BE6D1E51E036}" dt="2024-01-26T06:58:21.652" v="441" actId="207"/>
          <ac:spMkLst>
            <pc:docMk/>
            <pc:sldMk cId="2041639679" sldId="462"/>
            <ac:spMk id="8" creationId="{00000000-0000-0000-0000-000000000000}"/>
          </ac:spMkLst>
        </pc:spChg>
      </pc:sldChg>
      <pc:sldChg chg="modSp">
        <pc:chgData name="Mohammad Nasucha" userId="1346f31b-a737-4b43-93e0-d502aa96fb32" providerId="ADAL" clId="{06C77269-5E2F-4DD5-BC22-BE6D1E51E036}" dt="2024-01-26T06:59:22.938" v="454" actId="207"/>
        <pc:sldMkLst>
          <pc:docMk/>
          <pc:sldMk cId="3339959107" sldId="463"/>
        </pc:sldMkLst>
        <pc:spChg chg="mod">
          <ac:chgData name="Mohammad Nasucha" userId="1346f31b-a737-4b43-93e0-d502aa96fb32" providerId="ADAL" clId="{06C77269-5E2F-4DD5-BC22-BE6D1E51E036}" dt="2024-01-26T06:59:22.938" v="454" actId="207"/>
          <ac:spMkLst>
            <pc:docMk/>
            <pc:sldMk cId="3339959107" sldId="463"/>
            <ac:spMk id="8" creationId="{00000000-0000-0000-0000-000000000000}"/>
          </ac:spMkLst>
        </pc:spChg>
      </pc:sldChg>
      <pc:sldChg chg="delSp modSp mod">
        <pc:chgData name="Mohammad Nasucha" userId="1346f31b-a737-4b43-93e0-d502aa96fb32" providerId="ADAL" clId="{06C77269-5E2F-4DD5-BC22-BE6D1E51E036}" dt="2024-01-26T06:59:56.922" v="462" actId="478"/>
        <pc:sldMkLst>
          <pc:docMk/>
          <pc:sldMk cId="3469082733" sldId="464"/>
        </pc:sldMkLst>
        <pc:spChg chg="mod">
          <ac:chgData name="Mohammad Nasucha" userId="1346f31b-a737-4b43-93e0-d502aa96fb32" providerId="ADAL" clId="{06C77269-5E2F-4DD5-BC22-BE6D1E51E036}" dt="2024-01-26T06:59:55.041" v="461" actId="207"/>
          <ac:spMkLst>
            <pc:docMk/>
            <pc:sldMk cId="3469082733" sldId="464"/>
            <ac:spMk id="8" creationId="{00000000-0000-0000-0000-000000000000}"/>
          </ac:spMkLst>
        </pc:spChg>
        <pc:cxnChg chg="del">
          <ac:chgData name="Mohammad Nasucha" userId="1346f31b-a737-4b43-93e0-d502aa96fb32" providerId="ADAL" clId="{06C77269-5E2F-4DD5-BC22-BE6D1E51E036}" dt="2024-01-26T06:59:56.922" v="462" actId="478"/>
          <ac:cxnSpMkLst>
            <pc:docMk/>
            <pc:sldMk cId="3469082733" sldId="464"/>
            <ac:cxnSpMk id="3" creationId="{6B1FF719-F495-41F6-9AC7-ECC7B18A92B1}"/>
          </ac:cxnSpMkLst>
        </pc:cxnChg>
      </pc:sldChg>
      <pc:sldChg chg="modSp">
        <pc:chgData name="Mohammad Nasucha" userId="1346f31b-a737-4b43-93e0-d502aa96fb32" providerId="ADAL" clId="{06C77269-5E2F-4DD5-BC22-BE6D1E51E036}" dt="2024-01-26T06:59:50.857" v="460" actId="207"/>
        <pc:sldMkLst>
          <pc:docMk/>
          <pc:sldMk cId="1301719919" sldId="465"/>
        </pc:sldMkLst>
        <pc:spChg chg="mod">
          <ac:chgData name="Mohammad Nasucha" userId="1346f31b-a737-4b43-93e0-d502aa96fb32" providerId="ADAL" clId="{06C77269-5E2F-4DD5-BC22-BE6D1E51E036}" dt="2024-01-26T06:59:50.857" v="460" actId="207"/>
          <ac:spMkLst>
            <pc:docMk/>
            <pc:sldMk cId="1301719919" sldId="465"/>
            <ac:spMk id="8" creationId="{00000000-0000-0000-0000-000000000000}"/>
          </ac:spMkLst>
        </pc:spChg>
      </pc:sldChg>
      <pc:sldChg chg="delSp modSp mod">
        <pc:chgData name="Mohammad Nasucha" userId="1346f31b-a737-4b43-93e0-d502aa96fb32" providerId="ADAL" clId="{06C77269-5E2F-4DD5-BC22-BE6D1E51E036}" dt="2024-01-26T07:00:06.307" v="464" actId="478"/>
        <pc:sldMkLst>
          <pc:docMk/>
          <pc:sldMk cId="2534520110" sldId="467"/>
        </pc:sldMkLst>
        <pc:spChg chg="mod">
          <ac:chgData name="Mohammad Nasucha" userId="1346f31b-a737-4b43-93e0-d502aa96fb32" providerId="ADAL" clId="{06C77269-5E2F-4DD5-BC22-BE6D1E51E036}" dt="2024-01-26T07:00:03.764" v="463" actId="207"/>
          <ac:spMkLst>
            <pc:docMk/>
            <pc:sldMk cId="2534520110" sldId="467"/>
            <ac:spMk id="8" creationId="{00000000-0000-0000-0000-000000000000}"/>
          </ac:spMkLst>
        </pc:spChg>
        <pc:cxnChg chg="del">
          <ac:chgData name="Mohammad Nasucha" userId="1346f31b-a737-4b43-93e0-d502aa96fb32" providerId="ADAL" clId="{06C77269-5E2F-4DD5-BC22-BE6D1E51E036}" dt="2024-01-26T07:00:06.307" v="464" actId="478"/>
          <ac:cxnSpMkLst>
            <pc:docMk/>
            <pc:sldMk cId="2534520110" sldId="467"/>
            <ac:cxnSpMk id="3" creationId="{6B1FF719-F495-41F6-9AC7-ECC7B18A92B1}"/>
          </ac:cxnSpMkLst>
        </pc:cxnChg>
      </pc:sldChg>
      <pc:sldChg chg="delSp modSp mod">
        <pc:chgData name="Mohammad Nasucha" userId="1346f31b-a737-4b43-93e0-d502aa96fb32" providerId="ADAL" clId="{06C77269-5E2F-4DD5-BC22-BE6D1E51E036}" dt="2024-01-26T07:00:15.765" v="466" actId="478"/>
        <pc:sldMkLst>
          <pc:docMk/>
          <pc:sldMk cId="3128260054" sldId="468"/>
        </pc:sldMkLst>
        <pc:spChg chg="mod">
          <ac:chgData name="Mohammad Nasucha" userId="1346f31b-a737-4b43-93e0-d502aa96fb32" providerId="ADAL" clId="{06C77269-5E2F-4DD5-BC22-BE6D1E51E036}" dt="2024-01-26T07:00:11.480" v="465" actId="207"/>
          <ac:spMkLst>
            <pc:docMk/>
            <pc:sldMk cId="3128260054" sldId="468"/>
            <ac:spMk id="8" creationId="{00000000-0000-0000-0000-000000000000}"/>
          </ac:spMkLst>
        </pc:spChg>
        <pc:cxnChg chg="del">
          <ac:chgData name="Mohammad Nasucha" userId="1346f31b-a737-4b43-93e0-d502aa96fb32" providerId="ADAL" clId="{06C77269-5E2F-4DD5-BC22-BE6D1E51E036}" dt="2024-01-26T07:00:15.765" v="466" actId="478"/>
          <ac:cxnSpMkLst>
            <pc:docMk/>
            <pc:sldMk cId="3128260054" sldId="468"/>
            <ac:cxnSpMk id="3" creationId="{6B1FF719-F495-41F6-9AC7-ECC7B18A92B1}"/>
          </ac:cxnSpMkLst>
        </pc:cxnChg>
      </pc:sldChg>
      <pc:sldChg chg="modSp add">
        <pc:chgData name="Mohammad Nasucha" userId="1346f31b-a737-4b43-93e0-d502aa96fb32" providerId="ADAL" clId="{06C77269-5E2F-4DD5-BC22-BE6D1E51E036}" dt="2024-01-26T06:57:08.592" v="430" actId="207"/>
        <pc:sldMkLst>
          <pc:docMk/>
          <pc:sldMk cId="2301973799" sldId="469"/>
        </pc:sldMkLst>
        <pc:spChg chg="mod">
          <ac:chgData name="Mohammad Nasucha" userId="1346f31b-a737-4b43-93e0-d502aa96fb32" providerId="ADAL" clId="{06C77269-5E2F-4DD5-BC22-BE6D1E51E036}" dt="2024-01-26T06:57:08.592" v="430" actId="207"/>
          <ac:spMkLst>
            <pc:docMk/>
            <pc:sldMk cId="2301973799" sldId="469"/>
            <ac:spMk id="8" creationId="{00000000-0000-0000-0000-000000000000}"/>
          </ac:spMkLst>
        </pc:spChg>
      </pc:sldChg>
      <pc:sldChg chg="add del">
        <pc:chgData name="Mohammad Nasucha" userId="1346f31b-a737-4b43-93e0-d502aa96fb32" providerId="ADAL" clId="{06C77269-5E2F-4DD5-BC22-BE6D1E51E036}" dt="2024-01-26T06:49:00.194" v="60" actId="47"/>
        <pc:sldMkLst>
          <pc:docMk/>
          <pc:sldMk cId="3349632559" sldId="469"/>
        </pc:sldMkLst>
      </pc:sldChg>
      <pc:sldChg chg="add del">
        <pc:chgData name="Mohammad Nasucha" userId="1346f31b-a737-4b43-93e0-d502aa96fb32" providerId="ADAL" clId="{06C77269-5E2F-4DD5-BC22-BE6D1E51E036}" dt="2024-01-26T06:49:07.936" v="61" actId="47"/>
        <pc:sldMkLst>
          <pc:docMk/>
          <pc:sldMk cId="576463802" sldId="470"/>
        </pc:sldMkLst>
      </pc:sldChg>
      <pc:sldChg chg="delSp modSp add mod modAnim">
        <pc:chgData name="Mohammad Nasucha" userId="1346f31b-a737-4b43-93e0-d502aa96fb32" providerId="ADAL" clId="{06C77269-5E2F-4DD5-BC22-BE6D1E51E036}" dt="2024-01-26T06:56:54.522" v="428" actId="207"/>
        <pc:sldMkLst>
          <pc:docMk/>
          <pc:sldMk cId="3432499157" sldId="470"/>
        </pc:sldMkLst>
        <pc:spChg chg="mod">
          <ac:chgData name="Mohammad Nasucha" userId="1346f31b-a737-4b43-93e0-d502aa96fb32" providerId="ADAL" clId="{06C77269-5E2F-4DD5-BC22-BE6D1E51E036}" dt="2024-01-26T06:56:25.967" v="426" actId="114"/>
          <ac:spMkLst>
            <pc:docMk/>
            <pc:sldMk cId="3432499157" sldId="470"/>
            <ac:spMk id="5" creationId="{52171580-1F4F-44D0-97B2-7E35B44C3FA6}"/>
          </ac:spMkLst>
        </pc:spChg>
        <pc:spChg chg="mod">
          <ac:chgData name="Mohammad Nasucha" userId="1346f31b-a737-4b43-93e0-d502aa96fb32" providerId="ADAL" clId="{06C77269-5E2F-4DD5-BC22-BE6D1E51E036}" dt="2024-01-26T06:56:54.522" v="428" actId="207"/>
          <ac:spMkLst>
            <pc:docMk/>
            <pc:sldMk cId="3432499157" sldId="470"/>
            <ac:spMk id="8" creationId="{00000000-0000-0000-0000-000000000000}"/>
          </ac:spMkLst>
        </pc:spChg>
        <pc:cxnChg chg="del">
          <ac:chgData name="Mohammad Nasucha" userId="1346f31b-a737-4b43-93e0-d502aa96fb32" providerId="ADAL" clId="{06C77269-5E2F-4DD5-BC22-BE6D1E51E036}" dt="2024-01-26T06:56:41.517" v="427" actId="478"/>
          <ac:cxnSpMkLst>
            <pc:docMk/>
            <pc:sldMk cId="3432499157" sldId="470"/>
            <ac:cxnSpMk id="3" creationId="{6B1FF719-F495-41F6-9AC7-ECC7B18A92B1}"/>
          </ac:cxnSpMkLst>
        </pc:cxnChg>
      </pc:sldChg>
    </pc:docChg>
  </pc:docChgLst>
  <pc:docChgLst>
    <pc:chgData name="Mohammad Nasucha" userId="1346f31b-a737-4b43-93e0-d502aa96fb32" providerId="ADAL" clId="{7AC62B83-166D-44EC-A4C8-1A0A1B332FB8}"/>
    <pc:docChg chg="custSel delSld modSld">
      <pc:chgData name="Mohammad Nasucha" userId="1346f31b-a737-4b43-93e0-d502aa96fb32" providerId="ADAL" clId="{7AC62B83-166D-44EC-A4C8-1A0A1B332FB8}" dt="2024-08-02T06:58:58.208" v="105" actId="14100"/>
      <pc:docMkLst>
        <pc:docMk/>
      </pc:docMkLst>
      <pc:sldChg chg="addSp delSp modSp mod">
        <pc:chgData name="Mohammad Nasucha" userId="1346f31b-a737-4b43-93e0-d502aa96fb32" providerId="ADAL" clId="{7AC62B83-166D-44EC-A4C8-1A0A1B332FB8}" dt="2024-08-02T06:58:58.208" v="105" actId="14100"/>
        <pc:sldMkLst>
          <pc:docMk/>
          <pc:sldMk cId="729904653" sldId="447"/>
        </pc:sldMkLst>
        <pc:spChg chg="add del mod">
          <ac:chgData name="Mohammad Nasucha" userId="1346f31b-a737-4b43-93e0-d502aa96fb32" providerId="ADAL" clId="{7AC62B83-166D-44EC-A4C8-1A0A1B332FB8}" dt="2024-08-02T06:39:15.567" v="101" actId="478"/>
          <ac:spMkLst>
            <pc:docMk/>
            <pc:sldMk cId="729904653" sldId="447"/>
            <ac:spMk id="3" creationId="{F8DE6D86-69F6-DA47-062D-6321153FFFD0}"/>
          </ac:spMkLst>
        </pc:spChg>
        <pc:spChg chg="del">
          <ac:chgData name="Mohammad Nasucha" userId="1346f31b-a737-4b43-93e0-d502aa96fb32" providerId="ADAL" clId="{7AC62B83-166D-44EC-A4C8-1A0A1B332FB8}" dt="2024-08-02T06:39:15.567" v="101" actId="478"/>
          <ac:spMkLst>
            <pc:docMk/>
            <pc:sldMk cId="729904653" sldId="447"/>
            <ac:spMk id="5" creationId="{52171580-1F4F-44D0-97B2-7E35B44C3FA6}"/>
          </ac:spMkLst>
        </pc:spChg>
        <pc:spChg chg="del">
          <ac:chgData name="Mohammad Nasucha" userId="1346f31b-a737-4b43-93e0-d502aa96fb32" providerId="ADAL" clId="{7AC62B83-166D-44EC-A4C8-1A0A1B332FB8}" dt="2024-08-02T06:39:15.567" v="101" actId="478"/>
          <ac:spMkLst>
            <pc:docMk/>
            <pc:sldMk cId="729904653" sldId="447"/>
            <ac:spMk id="6" creationId="{3780E7CB-EFB0-486E-BE89-ABCE42AF1E08}"/>
          </ac:spMkLst>
        </pc:spChg>
        <pc:spChg chg="del">
          <ac:chgData name="Mohammad Nasucha" userId="1346f31b-a737-4b43-93e0-d502aa96fb32" providerId="ADAL" clId="{7AC62B83-166D-44EC-A4C8-1A0A1B332FB8}" dt="2024-08-02T06:39:13.002" v="100" actId="478"/>
          <ac:spMkLst>
            <pc:docMk/>
            <pc:sldMk cId="729904653" sldId="447"/>
            <ac:spMk id="8" creationId="{00000000-0000-0000-0000-000000000000}"/>
          </ac:spMkLst>
        </pc:spChg>
        <pc:picChg chg="del">
          <ac:chgData name="Mohammad Nasucha" userId="1346f31b-a737-4b43-93e0-d502aa96fb32" providerId="ADAL" clId="{7AC62B83-166D-44EC-A4C8-1A0A1B332FB8}" dt="2024-08-02T06:39:15.567" v="101" actId="478"/>
          <ac:picMkLst>
            <pc:docMk/>
            <pc:sldMk cId="729904653" sldId="447"/>
            <ac:picMk id="4" creationId="{BD25854F-18A9-4E6B-94EA-7EA48BB79D13}"/>
          </ac:picMkLst>
        </pc:picChg>
        <pc:picChg chg="del">
          <ac:chgData name="Mohammad Nasucha" userId="1346f31b-a737-4b43-93e0-d502aa96fb32" providerId="ADAL" clId="{7AC62B83-166D-44EC-A4C8-1A0A1B332FB8}" dt="2024-08-02T06:39:15.567" v="101" actId="478"/>
          <ac:picMkLst>
            <pc:docMk/>
            <pc:sldMk cId="729904653" sldId="447"/>
            <ac:picMk id="1026" creationId="{4DB519A3-AF2B-420E-92C3-1EA46209D301}"/>
          </ac:picMkLst>
        </pc:picChg>
        <pc:cxnChg chg="add">
          <ac:chgData name="Mohammad Nasucha" userId="1346f31b-a737-4b43-93e0-d502aa96fb32" providerId="ADAL" clId="{7AC62B83-166D-44EC-A4C8-1A0A1B332FB8}" dt="2024-08-02T06:39:42.922" v="102" actId="11529"/>
          <ac:cxnSpMkLst>
            <pc:docMk/>
            <pc:sldMk cId="729904653" sldId="447"/>
            <ac:cxnSpMk id="9" creationId="{3FF89647-65AB-CA47-1BE2-F7181820C0C4}"/>
          </ac:cxnSpMkLst>
        </pc:cxnChg>
        <pc:cxnChg chg="add mod">
          <ac:chgData name="Mohammad Nasucha" userId="1346f31b-a737-4b43-93e0-d502aa96fb32" providerId="ADAL" clId="{7AC62B83-166D-44EC-A4C8-1A0A1B332FB8}" dt="2024-08-02T06:58:58.208" v="105" actId="14100"/>
          <ac:cxnSpMkLst>
            <pc:docMk/>
            <pc:sldMk cId="729904653" sldId="447"/>
            <ac:cxnSpMk id="10" creationId="{3595B360-B36B-E35F-FDBD-7912A4C182E2}"/>
          </ac:cxnSpMkLst>
        </pc:cxnChg>
      </pc:sldChg>
      <pc:sldChg chg="del">
        <pc:chgData name="Mohammad Nasucha" userId="1346f31b-a737-4b43-93e0-d502aa96fb32" providerId="ADAL" clId="{7AC62B83-166D-44EC-A4C8-1A0A1B332FB8}" dt="2024-08-02T06:39:07.115" v="99" actId="47"/>
        <pc:sldMkLst>
          <pc:docMk/>
          <pc:sldMk cId="313218019" sldId="448"/>
        </pc:sldMkLst>
      </pc:sldChg>
      <pc:sldChg chg="modSp modAnim">
        <pc:chgData name="Mohammad Nasucha" userId="1346f31b-a737-4b43-93e0-d502aa96fb32" providerId="ADAL" clId="{7AC62B83-166D-44EC-A4C8-1A0A1B332FB8}" dt="2024-08-02T06:38:56.318" v="98" actId="6549"/>
        <pc:sldMkLst>
          <pc:docMk/>
          <pc:sldMk cId="1384182381" sldId="473"/>
        </pc:sldMkLst>
        <pc:spChg chg="mod">
          <ac:chgData name="Mohammad Nasucha" userId="1346f31b-a737-4b43-93e0-d502aa96fb32" providerId="ADAL" clId="{7AC62B83-166D-44EC-A4C8-1A0A1B332FB8}" dt="2024-08-02T06:38:56.318" v="98" actId="6549"/>
          <ac:spMkLst>
            <pc:docMk/>
            <pc:sldMk cId="1384182381" sldId="473"/>
            <ac:spMk id="4" creationId="{838AA4B2-EE2A-5629-FCD3-31F2D6445BDF}"/>
          </ac:spMkLst>
        </pc:spChg>
      </pc:sldChg>
      <pc:sldChg chg="del">
        <pc:chgData name="Mohammad Nasucha" userId="1346f31b-a737-4b43-93e0-d502aa96fb32" providerId="ADAL" clId="{7AC62B83-166D-44EC-A4C8-1A0A1B332FB8}" dt="2024-08-02T06:39:07.115" v="99" actId="47"/>
        <pc:sldMkLst>
          <pc:docMk/>
          <pc:sldMk cId="3419818723" sldId="474"/>
        </pc:sldMkLst>
      </pc:sldChg>
    </pc:docChg>
  </pc:docChgLst>
  <pc:docChgLst>
    <pc:chgData name="Mohammad Nasucha" userId="1346f31b-a737-4b43-93e0-d502aa96fb32" providerId="ADAL" clId="{88D1783D-EFCE-48CB-A511-E13B0DB4B60D}"/>
    <pc:docChg chg="custSel addSld delSld modSld">
      <pc:chgData name="Mohammad Nasucha" userId="1346f31b-a737-4b43-93e0-d502aa96fb32" providerId="ADAL" clId="{88D1783D-EFCE-48CB-A511-E13B0DB4B60D}" dt="2024-07-01T03:48:39.361" v="1811" actId="14100"/>
      <pc:docMkLst>
        <pc:docMk/>
      </pc:docMkLst>
      <pc:sldChg chg="modSp mod">
        <pc:chgData name="Mohammad Nasucha" userId="1346f31b-a737-4b43-93e0-d502aa96fb32" providerId="ADAL" clId="{88D1783D-EFCE-48CB-A511-E13B0DB4B60D}" dt="2024-07-01T02:34:11.788" v="58" actId="20577"/>
        <pc:sldMkLst>
          <pc:docMk/>
          <pc:sldMk cId="3113719772" sldId="303"/>
        </pc:sldMkLst>
        <pc:spChg chg="mod">
          <ac:chgData name="Mohammad Nasucha" userId="1346f31b-a737-4b43-93e0-d502aa96fb32" providerId="ADAL" clId="{88D1783D-EFCE-48CB-A511-E13B0DB4B60D}" dt="2024-07-01T02:34:11.788" v="58" actId="20577"/>
          <ac:spMkLst>
            <pc:docMk/>
            <pc:sldMk cId="3113719772" sldId="303"/>
            <ac:spMk id="13" creationId="{00000000-0000-0000-0000-000000000000}"/>
          </ac:spMkLst>
        </pc:spChg>
      </pc:sldChg>
      <pc:sldChg chg="modSp mod modAnim">
        <pc:chgData name="Mohammad Nasucha" userId="1346f31b-a737-4b43-93e0-d502aa96fb32" providerId="ADAL" clId="{88D1783D-EFCE-48CB-A511-E13B0DB4B60D}" dt="2024-07-01T02:38:04.876" v="258" actId="6549"/>
        <pc:sldMkLst>
          <pc:docMk/>
          <pc:sldMk cId="3426101117" sldId="440"/>
        </pc:sldMkLst>
        <pc:spChg chg="mod">
          <ac:chgData name="Mohammad Nasucha" userId="1346f31b-a737-4b43-93e0-d502aa96fb32" providerId="ADAL" clId="{88D1783D-EFCE-48CB-A511-E13B0DB4B60D}" dt="2024-07-01T02:38:04.876" v="258" actId="6549"/>
          <ac:spMkLst>
            <pc:docMk/>
            <pc:sldMk cId="3426101117" sldId="440"/>
            <ac:spMk id="8" creationId="{00000000-0000-0000-0000-000000000000}"/>
          </ac:spMkLst>
        </pc:spChg>
      </pc:sldChg>
      <pc:sldChg chg="modSp mod modAnim">
        <pc:chgData name="Mohammad Nasucha" userId="1346f31b-a737-4b43-93e0-d502aa96fb32" providerId="ADAL" clId="{88D1783D-EFCE-48CB-A511-E13B0DB4B60D}" dt="2024-07-01T03:45:05.218" v="1727" actId="20577"/>
        <pc:sldMkLst>
          <pc:docMk/>
          <pc:sldMk cId="4022331644" sldId="441"/>
        </pc:sldMkLst>
        <pc:spChg chg="mod">
          <ac:chgData name="Mohammad Nasucha" userId="1346f31b-a737-4b43-93e0-d502aa96fb32" providerId="ADAL" clId="{88D1783D-EFCE-48CB-A511-E13B0DB4B60D}" dt="2024-07-01T03:45:05.218" v="1727" actId="20577"/>
          <ac:spMkLst>
            <pc:docMk/>
            <pc:sldMk cId="4022331644" sldId="441"/>
            <ac:spMk id="5" creationId="{52171580-1F4F-44D0-97B2-7E35B44C3FA6}"/>
          </ac:spMkLst>
        </pc:spChg>
      </pc:sldChg>
      <pc:sldChg chg="modSp mod">
        <pc:chgData name="Mohammad Nasucha" userId="1346f31b-a737-4b43-93e0-d502aa96fb32" providerId="ADAL" clId="{88D1783D-EFCE-48CB-A511-E13B0DB4B60D}" dt="2024-07-01T03:48:39.361" v="1811" actId="14100"/>
        <pc:sldMkLst>
          <pc:docMk/>
          <pc:sldMk cId="2526445844" sldId="442"/>
        </pc:sldMkLst>
        <pc:spChg chg="mod">
          <ac:chgData name="Mohammad Nasucha" userId="1346f31b-a737-4b43-93e0-d502aa96fb32" providerId="ADAL" clId="{88D1783D-EFCE-48CB-A511-E13B0DB4B60D}" dt="2024-07-01T03:48:39.361" v="1811" actId="14100"/>
          <ac:spMkLst>
            <pc:docMk/>
            <pc:sldMk cId="2526445844" sldId="442"/>
            <ac:spMk id="5" creationId="{52171580-1F4F-44D0-97B2-7E35B44C3FA6}"/>
          </ac:spMkLst>
        </pc:spChg>
        <pc:spChg chg="mod">
          <ac:chgData name="Mohammad Nasucha" userId="1346f31b-a737-4b43-93e0-d502aa96fb32" providerId="ADAL" clId="{88D1783D-EFCE-48CB-A511-E13B0DB4B60D}" dt="2024-07-01T02:54:20.097" v="1111" actId="1076"/>
          <ac:spMkLst>
            <pc:docMk/>
            <pc:sldMk cId="2526445844" sldId="442"/>
            <ac:spMk id="8" creationId="{00000000-0000-0000-0000-000000000000}"/>
          </ac:spMkLst>
        </pc:spChg>
      </pc:sldChg>
      <pc:sldChg chg="modSp">
        <pc:chgData name="Mohammad Nasucha" userId="1346f31b-a737-4b43-93e0-d502aa96fb32" providerId="ADAL" clId="{88D1783D-EFCE-48CB-A511-E13B0DB4B60D}" dt="2024-07-01T02:55:52.782" v="1161" actId="1036"/>
        <pc:sldMkLst>
          <pc:docMk/>
          <pc:sldMk cId="729904653" sldId="447"/>
        </pc:sldMkLst>
        <pc:spChg chg="mod">
          <ac:chgData name="Mohammad Nasucha" userId="1346f31b-a737-4b43-93e0-d502aa96fb32" providerId="ADAL" clId="{88D1783D-EFCE-48CB-A511-E13B0DB4B60D}" dt="2024-07-01T02:55:52.782" v="1161" actId="1036"/>
          <ac:spMkLst>
            <pc:docMk/>
            <pc:sldMk cId="729904653" sldId="447"/>
            <ac:spMk id="5" creationId="{52171580-1F4F-44D0-97B2-7E35B44C3FA6}"/>
          </ac:spMkLst>
        </pc:spChg>
        <pc:spChg chg="mod">
          <ac:chgData name="Mohammad Nasucha" userId="1346f31b-a737-4b43-93e0-d502aa96fb32" providerId="ADAL" clId="{88D1783D-EFCE-48CB-A511-E13B0DB4B60D}" dt="2024-07-01T02:55:52.782" v="1161" actId="1036"/>
          <ac:spMkLst>
            <pc:docMk/>
            <pc:sldMk cId="729904653" sldId="447"/>
            <ac:spMk id="6" creationId="{3780E7CB-EFB0-486E-BE89-ABCE42AF1E08}"/>
          </ac:spMkLst>
        </pc:spChg>
        <pc:spChg chg="mod">
          <ac:chgData name="Mohammad Nasucha" userId="1346f31b-a737-4b43-93e0-d502aa96fb32" providerId="ADAL" clId="{88D1783D-EFCE-48CB-A511-E13B0DB4B60D}" dt="2024-07-01T02:55:52.782" v="1161" actId="1036"/>
          <ac:spMkLst>
            <pc:docMk/>
            <pc:sldMk cId="729904653" sldId="447"/>
            <ac:spMk id="8" creationId="{00000000-0000-0000-0000-000000000000}"/>
          </ac:spMkLst>
        </pc:spChg>
        <pc:picChg chg="mod">
          <ac:chgData name="Mohammad Nasucha" userId="1346f31b-a737-4b43-93e0-d502aa96fb32" providerId="ADAL" clId="{88D1783D-EFCE-48CB-A511-E13B0DB4B60D}" dt="2024-07-01T02:55:52.782" v="1161" actId="1036"/>
          <ac:picMkLst>
            <pc:docMk/>
            <pc:sldMk cId="729904653" sldId="447"/>
            <ac:picMk id="4" creationId="{BD25854F-18A9-4E6B-94EA-7EA48BB79D13}"/>
          </ac:picMkLst>
        </pc:picChg>
        <pc:picChg chg="mod">
          <ac:chgData name="Mohammad Nasucha" userId="1346f31b-a737-4b43-93e0-d502aa96fb32" providerId="ADAL" clId="{88D1783D-EFCE-48CB-A511-E13B0DB4B60D}" dt="2024-07-01T02:55:52.782" v="1161" actId="1036"/>
          <ac:picMkLst>
            <pc:docMk/>
            <pc:sldMk cId="729904653" sldId="447"/>
            <ac:picMk id="1026" creationId="{4DB519A3-AF2B-420E-92C3-1EA46209D301}"/>
          </ac:picMkLst>
        </pc:picChg>
      </pc:sldChg>
      <pc:sldChg chg="modSp mod">
        <pc:chgData name="Mohammad Nasucha" userId="1346f31b-a737-4b43-93e0-d502aa96fb32" providerId="ADAL" clId="{88D1783D-EFCE-48CB-A511-E13B0DB4B60D}" dt="2024-07-01T02:56:36.693" v="1185" actId="1036"/>
        <pc:sldMkLst>
          <pc:docMk/>
          <pc:sldMk cId="313218019" sldId="448"/>
        </pc:sldMkLst>
        <pc:spChg chg="mod">
          <ac:chgData name="Mohammad Nasucha" userId="1346f31b-a737-4b43-93e0-d502aa96fb32" providerId="ADAL" clId="{88D1783D-EFCE-48CB-A511-E13B0DB4B60D}" dt="2024-07-01T02:56:27.494" v="1162" actId="6549"/>
          <ac:spMkLst>
            <pc:docMk/>
            <pc:sldMk cId="313218019" sldId="448"/>
            <ac:spMk id="6" creationId="{3780E7CB-EFB0-486E-BE89-ABCE42AF1E08}"/>
          </ac:spMkLst>
        </pc:spChg>
        <pc:picChg chg="mod">
          <ac:chgData name="Mohammad Nasucha" userId="1346f31b-a737-4b43-93e0-d502aa96fb32" providerId="ADAL" clId="{88D1783D-EFCE-48CB-A511-E13B0DB4B60D}" dt="2024-07-01T02:56:36.693" v="1185" actId="1036"/>
          <ac:picMkLst>
            <pc:docMk/>
            <pc:sldMk cId="313218019" sldId="448"/>
            <ac:picMk id="4" creationId="{6AA31EB3-EEA9-4551-9CB0-C91AA512D09F}"/>
          </ac:picMkLst>
        </pc:picChg>
        <pc:picChg chg="mod">
          <ac:chgData name="Mohammad Nasucha" userId="1346f31b-a737-4b43-93e0-d502aa96fb32" providerId="ADAL" clId="{88D1783D-EFCE-48CB-A511-E13B0DB4B60D}" dt="2024-07-01T02:56:36.693" v="1185" actId="1036"/>
          <ac:picMkLst>
            <pc:docMk/>
            <pc:sldMk cId="313218019" sldId="448"/>
            <ac:picMk id="7" creationId="{6825C26F-9A66-43B7-A865-2C4655C9F973}"/>
          </ac:picMkLst>
        </pc:picChg>
      </pc:sldChg>
      <pc:sldChg chg="del">
        <pc:chgData name="Mohammad Nasucha" userId="1346f31b-a737-4b43-93e0-d502aa96fb32" providerId="ADAL" clId="{88D1783D-EFCE-48CB-A511-E13B0DB4B60D}" dt="2024-07-01T02:58:18.222" v="1226" actId="47"/>
        <pc:sldMkLst>
          <pc:docMk/>
          <pc:sldMk cId="1004691867" sldId="451"/>
        </pc:sldMkLst>
      </pc:sldChg>
      <pc:sldChg chg="addSp delSp modSp mod delAnim modAnim">
        <pc:chgData name="Mohammad Nasucha" userId="1346f31b-a737-4b43-93e0-d502aa96fb32" providerId="ADAL" clId="{88D1783D-EFCE-48CB-A511-E13B0DB4B60D}" dt="2024-07-01T02:38:49.271" v="263" actId="207"/>
        <pc:sldMkLst>
          <pc:docMk/>
          <pc:sldMk cId="641961459" sldId="458"/>
        </pc:sldMkLst>
        <pc:spChg chg="add del mod">
          <ac:chgData name="Mohammad Nasucha" userId="1346f31b-a737-4b43-93e0-d502aa96fb32" providerId="ADAL" clId="{88D1783D-EFCE-48CB-A511-E13B0DB4B60D}" dt="2024-07-01T02:38:35.630" v="260" actId="478"/>
          <ac:spMkLst>
            <pc:docMk/>
            <pc:sldMk cId="641961459" sldId="458"/>
            <ac:spMk id="3" creationId="{499DEA83-7216-B47B-E07B-631FB4EC416F}"/>
          </ac:spMkLst>
        </pc:spChg>
        <pc:spChg chg="add mod">
          <ac:chgData name="Mohammad Nasucha" userId="1346f31b-a737-4b43-93e0-d502aa96fb32" providerId="ADAL" clId="{88D1783D-EFCE-48CB-A511-E13B0DB4B60D}" dt="2024-07-01T02:38:49.271" v="263" actId="207"/>
          <ac:spMkLst>
            <pc:docMk/>
            <pc:sldMk cId="641961459" sldId="458"/>
            <ac:spMk id="4" creationId="{EC325C7A-4F8B-192A-65B0-FB12C51A8B2B}"/>
          </ac:spMkLst>
        </pc:spChg>
        <pc:spChg chg="del">
          <ac:chgData name="Mohammad Nasucha" userId="1346f31b-a737-4b43-93e0-d502aa96fb32" providerId="ADAL" clId="{88D1783D-EFCE-48CB-A511-E13B0DB4B60D}" dt="2024-07-01T02:38:33.504" v="259" actId="478"/>
          <ac:spMkLst>
            <pc:docMk/>
            <pc:sldMk cId="641961459" sldId="458"/>
            <ac:spMk id="8" creationId="{00000000-0000-0000-0000-000000000000}"/>
          </ac:spMkLst>
        </pc:spChg>
      </pc:sldChg>
      <pc:sldChg chg="addSp delSp modSp del mod delAnim modAnim">
        <pc:chgData name="Mohammad Nasucha" userId="1346f31b-a737-4b43-93e0-d502aa96fb32" providerId="ADAL" clId="{88D1783D-EFCE-48CB-A511-E13B0DB4B60D}" dt="2024-07-01T02:54:10.179" v="1109" actId="47"/>
        <pc:sldMkLst>
          <pc:docMk/>
          <pc:sldMk cId="3408915350" sldId="459"/>
        </pc:sldMkLst>
        <pc:spChg chg="add del mod">
          <ac:chgData name="Mohammad Nasucha" userId="1346f31b-a737-4b43-93e0-d502aa96fb32" providerId="ADAL" clId="{88D1783D-EFCE-48CB-A511-E13B0DB4B60D}" dt="2024-07-01T02:52:55.172" v="1102" actId="478"/>
          <ac:spMkLst>
            <pc:docMk/>
            <pc:sldMk cId="3408915350" sldId="459"/>
            <ac:spMk id="3" creationId="{D1058A3F-8F73-B0D8-1458-F8EE56E7E91C}"/>
          </ac:spMkLst>
        </pc:spChg>
        <pc:spChg chg="add mod">
          <ac:chgData name="Mohammad Nasucha" userId="1346f31b-a737-4b43-93e0-d502aa96fb32" providerId="ADAL" clId="{88D1783D-EFCE-48CB-A511-E13B0DB4B60D}" dt="2024-07-01T02:52:55.943" v="1103"/>
          <ac:spMkLst>
            <pc:docMk/>
            <pc:sldMk cId="3408915350" sldId="459"/>
            <ac:spMk id="4" creationId="{BA821E80-4D83-F454-E4F3-60782AAA2544}"/>
          </ac:spMkLst>
        </pc:spChg>
        <pc:spChg chg="del">
          <ac:chgData name="Mohammad Nasucha" userId="1346f31b-a737-4b43-93e0-d502aa96fb32" providerId="ADAL" clId="{88D1783D-EFCE-48CB-A511-E13B0DB4B60D}" dt="2024-07-01T02:52:52.809" v="1101" actId="478"/>
          <ac:spMkLst>
            <pc:docMk/>
            <pc:sldMk cId="3408915350" sldId="459"/>
            <ac:spMk id="8" creationId="{00000000-0000-0000-0000-000000000000}"/>
          </ac:spMkLst>
        </pc:spChg>
      </pc:sldChg>
      <pc:sldChg chg="del">
        <pc:chgData name="Mohammad Nasucha" userId="1346f31b-a737-4b43-93e0-d502aa96fb32" providerId="ADAL" clId="{88D1783D-EFCE-48CB-A511-E13B0DB4B60D}" dt="2024-07-01T02:55:23.656" v="1132" actId="47"/>
        <pc:sldMkLst>
          <pc:docMk/>
          <pc:sldMk cId="2824301306" sldId="460"/>
        </pc:sldMkLst>
      </pc:sldChg>
      <pc:sldChg chg="del">
        <pc:chgData name="Mohammad Nasucha" userId="1346f31b-a737-4b43-93e0-d502aa96fb32" providerId="ADAL" clId="{88D1783D-EFCE-48CB-A511-E13B0DB4B60D}" dt="2024-07-01T02:55:13.032" v="1131" actId="47"/>
        <pc:sldMkLst>
          <pc:docMk/>
          <pc:sldMk cId="2041639679" sldId="462"/>
        </pc:sldMkLst>
      </pc:sldChg>
      <pc:sldChg chg="del">
        <pc:chgData name="Mohammad Nasucha" userId="1346f31b-a737-4b43-93e0-d502aa96fb32" providerId="ADAL" clId="{88D1783D-EFCE-48CB-A511-E13B0DB4B60D}" dt="2024-07-01T02:57:08.743" v="1187" actId="47"/>
        <pc:sldMkLst>
          <pc:docMk/>
          <pc:sldMk cId="3339959107" sldId="463"/>
        </pc:sldMkLst>
      </pc:sldChg>
      <pc:sldChg chg="del">
        <pc:chgData name="Mohammad Nasucha" userId="1346f31b-a737-4b43-93e0-d502aa96fb32" providerId="ADAL" clId="{88D1783D-EFCE-48CB-A511-E13B0DB4B60D}" dt="2024-07-01T02:58:18.222" v="1226" actId="47"/>
        <pc:sldMkLst>
          <pc:docMk/>
          <pc:sldMk cId="3469082733" sldId="464"/>
        </pc:sldMkLst>
      </pc:sldChg>
      <pc:sldChg chg="del">
        <pc:chgData name="Mohammad Nasucha" userId="1346f31b-a737-4b43-93e0-d502aa96fb32" providerId="ADAL" clId="{88D1783D-EFCE-48CB-A511-E13B0DB4B60D}" dt="2024-07-01T02:58:18.222" v="1226" actId="47"/>
        <pc:sldMkLst>
          <pc:docMk/>
          <pc:sldMk cId="1301719919" sldId="465"/>
        </pc:sldMkLst>
      </pc:sldChg>
      <pc:sldChg chg="del">
        <pc:chgData name="Mohammad Nasucha" userId="1346f31b-a737-4b43-93e0-d502aa96fb32" providerId="ADAL" clId="{88D1783D-EFCE-48CB-A511-E13B0DB4B60D}" dt="2024-07-01T02:58:18.222" v="1226" actId="47"/>
        <pc:sldMkLst>
          <pc:docMk/>
          <pc:sldMk cId="2534520110" sldId="467"/>
        </pc:sldMkLst>
      </pc:sldChg>
      <pc:sldChg chg="del">
        <pc:chgData name="Mohammad Nasucha" userId="1346f31b-a737-4b43-93e0-d502aa96fb32" providerId="ADAL" clId="{88D1783D-EFCE-48CB-A511-E13B0DB4B60D}" dt="2024-07-01T02:58:18.222" v="1226" actId="47"/>
        <pc:sldMkLst>
          <pc:docMk/>
          <pc:sldMk cId="3128260054" sldId="468"/>
        </pc:sldMkLst>
      </pc:sldChg>
      <pc:sldChg chg="addSp delSp modSp mod delAnim modAnim">
        <pc:chgData name="Mohammad Nasucha" userId="1346f31b-a737-4b43-93e0-d502aa96fb32" providerId="ADAL" clId="{88D1783D-EFCE-48CB-A511-E13B0DB4B60D}" dt="2024-07-01T02:53:46.536" v="1107" actId="207"/>
        <pc:sldMkLst>
          <pc:docMk/>
          <pc:sldMk cId="2301973799" sldId="469"/>
        </pc:sldMkLst>
        <pc:spChg chg="add del mod">
          <ac:chgData name="Mohammad Nasucha" userId="1346f31b-a737-4b43-93e0-d502aa96fb32" providerId="ADAL" clId="{88D1783D-EFCE-48CB-A511-E13B0DB4B60D}" dt="2024-07-01T02:36:38.185" v="211" actId="478"/>
          <ac:spMkLst>
            <pc:docMk/>
            <pc:sldMk cId="2301973799" sldId="469"/>
            <ac:spMk id="3" creationId="{9B917286-AF22-2535-E546-824B835B0A96}"/>
          </ac:spMkLst>
        </pc:spChg>
        <pc:spChg chg="add mod">
          <ac:chgData name="Mohammad Nasucha" userId="1346f31b-a737-4b43-93e0-d502aa96fb32" providerId="ADAL" clId="{88D1783D-EFCE-48CB-A511-E13B0DB4B60D}" dt="2024-07-01T02:53:46.536" v="1107" actId="207"/>
          <ac:spMkLst>
            <pc:docMk/>
            <pc:sldMk cId="2301973799" sldId="469"/>
            <ac:spMk id="4" creationId="{838AA4B2-EE2A-5629-FCD3-31F2D6445BDF}"/>
          </ac:spMkLst>
        </pc:spChg>
        <pc:spChg chg="del">
          <ac:chgData name="Mohammad Nasucha" userId="1346f31b-a737-4b43-93e0-d502aa96fb32" providerId="ADAL" clId="{88D1783D-EFCE-48CB-A511-E13B0DB4B60D}" dt="2024-07-01T02:36:35.565" v="210" actId="478"/>
          <ac:spMkLst>
            <pc:docMk/>
            <pc:sldMk cId="2301973799" sldId="469"/>
            <ac:spMk id="8" creationId="{00000000-0000-0000-0000-000000000000}"/>
          </ac:spMkLst>
        </pc:spChg>
      </pc:sldChg>
      <pc:sldChg chg="modSp">
        <pc:chgData name="Mohammad Nasucha" userId="1346f31b-a737-4b43-93e0-d502aa96fb32" providerId="ADAL" clId="{88D1783D-EFCE-48CB-A511-E13B0DB4B60D}" dt="2024-07-01T02:37:27.566" v="214" actId="114"/>
        <pc:sldMkLst>
          <pc:docMk/>
          <pc:sldMk cId="3432499157" sldId="470"/>
        </pc:sldMkLst>
        <pc:spChg chg="mod">
          <ac:chgData name="Mohammad Nasucha" userId="1346f31b-a737-4b43-93e0-d502aa96fb32" providerId="ADAL" clId="{88D1783D-EFCE-48CB-A511-E13B0DB4B60D}" dt="2024-07-01T02:37:27.566" v="214" actId="114"/>
          <ac:spMkLst>
            <pc:docMk/>
            <pc:sldMk cId="3432499157" sldId="470"/>
            <ac:spMk id="5" creationId="{52171580-1F4F-44D0-97B2-7E35B44C3FA6}"/>
          </ac:spMkLst>
        </pc:spChg>
      </pc:sldChg>
      <pc:sldChg chg="add">
        <pc:chgData name="Mohammad Nasucha" userId="1346f31b-a737-4b43-93e0-d502aa96fb32" providerId="ADAL" clId="{88D1783D-EFCE-48CB-A511-E13B0DB4B60D}" dt="2024-07-01T02:54:08.121" v="1108"/>
        <pc:sldMkLst>
          <pc:docMk/>
          <pc:sldMk cId="103026644" sldId="471"/>
        </pc:sldMkLst>
      </pc:sldChg>
      <pc:sldChg chg="modSp add">
        <pc:chgData name="Mohammad Nasucha" userId="1346f31b-a737-4b43-93e0-d502aa96fb32" providerId="ADAL" clId="{88D1783D-EFCE-48CB-A511-E13B0DB4B60D}" dt="2024-07-01T02:55:07.954" v="1130" actId="207"/>
        <pc:sldMkLst>
          <pc:docMk/>
          <pc:sldMk cId="3148730280" sldId="472"/>
        </pc:sldMkLst>
        <pc:spChg chg="mod">
          <ac:chgData name="Mohammad Nasucha" userId="1346f31b-a737-4b43-93e0-d502aa96fb32" providerId="ADAL" clId="{88D1783D-EFCE-48CB-A511-E13B0DB4B60D}" dt="2024-07-01T02:55:07.954" v="1130" actId="207"/>
          <ac:spMkLst>
            <pc:docMk/>
            <pc:sldMk cId="3148730280" sldId="472"/>
            <ac:spMk id="4" creationId="{838AA4B2-EE2A-5629-FCD3-31F2D6445BDF}"/>
          </ac:spMkLst>
        </pc:spChg>
      </pc:sldChg>
      <pc:sldChg chg="modSp add">
        <pc:chgData name="Mohammad Nasucha" userId="1346f31b-a737-4b43-93e0-d502aa96fb32" providerId="ADAL" clId="{88D1783D-EFCE-48CB-A511-E13B0DB4B60D}" dt="2024-07-01T02:55:40.295" v="1135" actId="207"/>
        <pc:sldMkLst>
          <pc:docMk/>
          <pc:sldMk cId="1384182381" sldId="473"/>
        </pc:sldMkLst>
        <pc:spChg chg="mod">
          <ac:chgData name="Mohammad Nasucha" userId="1346f31b-a737-4b43-93e0-d502aa96fb32" providerId="ADAL" clId="{88D1783D-EFCE-48CB-A511-E13B0DB4B60D}" dt="2024-07-01T02:55:40.295" v="1135" actId="207"/>
          <ac:spMkLst>
            <pc:docMk/>
            <pc:sldMk cId="1384182381" sldId="473"/>
            <ac:spMk id="4" creationId="{838AA4B2-EE2A-5629-FCD3-31F2D6445BDF}"/>
          </ac:spMkLst>
        </pc:spChg>
      </pc:sldChg>
      <pc:sldChg chg="modSp add mod modAnim">
        <pc:chgData name="Mohammad Nasucha" userId="1346f31b-a737-4b43-93e0-d502aa96fb32" providerId="ADAL" clId="{88D1783D-EFCE-48CB-A511-E13B0DB4B60D}" dt="2024-07-01T02:57:41.937" v="1225" actId="207"/>
        <pc:sldMkLst>
          <pc:docMk/>
          <pc:sldMk cId="3419818723" sldId="474"/>
        </pc:sldMkLst>
        <pc:spChg chg="mod">
          <ac:chgData name="Mohammad Nasucha" userId="1346f31b-a737-4b43-93e0-d502aa96fb32" providerId="ADAL" clId="{88D1783D-EFCE-48CB-A511-E13B0DB4B60D}" dt="2024-07-01T02:57:41.937" v="1225" actId="207"/>
          <ac:spMkLst>
            <pc:docMk/>
            <pc:sldMk cId="3419818723" sldId="474"/>
            <ac:spMk id="4" creationId="{838AA4B2-EE2A-5629-FCD3-31F2D6445BD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65CA1-CDB9-46DB-A242-ED23E232B2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A3049-6113-4A8F-8B63-598F09171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8EF66-2B3F-42F0-893F-EF9329049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02/08/2024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55071-48A5-41C5-97CD-65C9A4869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3D84F-BF76-4FE5-92F8-5453F053D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4523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C7C55-5599-48EB-95F5-D659894A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491C9-E260-4794-8D97-49ECBBD39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A1F6E-BB71-4E3D-AA46-2FD54AF89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02/08/2024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A377E-4764-4116-B990-10A75B0CB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4A551-7583-461F-987A-4FCC3D06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7158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7DC10-1D05-4F7B-8A37-8C89E88F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F7CB4-92A2-48C9-96CA-68DF3D1C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8D76F-187A-47F9-B65B-2AD4DC79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02/08/2024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AAAF9-F4D3-4836-AA64-A89D7C65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2CBA1-C9CF-41B9-B5B9-572A213CF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17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8074F-A470-49D1-A962-4ED0889BA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EC0ED-F575-4583-B051-C780C7FB2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28B05-A9B3-451E-9D42-B8498F7AD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EB844-9813-452A-9A43-5A8473036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02/08/2024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5415D-8B03-4918-8530-9BA54D8E9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E27E5-D265-4E9C-9A11-46FB6F5B0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9941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D29A6-45C8-4D95-8F16-62363044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5265E-AF88-4DFE-A2F8-52AC24648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8B191-7E29-453F-9627-E921DEBDF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67D3D-76B9-4329-B2F8-DE6E20E599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0F5C38-23F3-4B40-9A27-73870CD03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90049F-D8E8-4BBB-9866-62AFF9065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02/08/2024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CB79C8-C8BB-4DE8-A6DA-7CB0D581E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2A9132-2AA9-4221-88ED-8D535CE25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7761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9A214-4844-42B3-A2E3-D4E6D76A7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2B67A8-2D5D-4CB5-B7A4-B14DD2468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02/08/2024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1A1146-6D9F-41A6-8C7C-E3FC5128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A679E4-C9C9-497F-A2D6-0C9A0941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40387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760E09-51A1-4D19-8292-3A906169A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02/08/2024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7C91F5-E9F5-4731-9853-EDC620905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E1886-F0F3-44C2-BA22-76FDC33A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63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A498B-9689-4220-B8B9-8B9034F2F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78B8D-726B-4FAF-811A-FD071AAE1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D3C88-6D5A-4A53-931C-6454CF7F5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73263-10AD-473C-9BB0-8A22C5773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02/08/2024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FB666-4D28-46EC-8EBD-DA372CAC4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E09D0-EFD9-484F-AD23-3F48526B6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01355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24895-7FF3-42D2-9FF6-7EFAD6484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A6494D-D33A-4488-8EA9-A8BFA4CCE4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D6C68-03BE-4A9D-BACE-3B26D27D2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84925-7B28-41B8-8759-A699E9934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02/08/2024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C698A-37EA-454D-BB8E-2C86531B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49A4B-C72B-4F57-8D80-DE372A783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3413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8C3BB-93B9-4C13-AF95-F31572F61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26BEB-DFBF-4876-AA40-0411C8AEE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219A3-DBCB-41B9-B31B-B443828DE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02/08/2024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AF4A7-0607-4861-92BF-A490537B4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1A08C-A018-4303-B864-3D75A45C3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2888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BDC0CF-7EDB-4510-B68F-329D3EC06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5205F-2705-47AE-8C5A-CE45C9337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D1EDA-2579-489B-AE65-E28B6BD79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02/08/2024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8A1B8-E18C-45CA-A44B-72B7DCEBA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91A7C-72D0-4FB1-B006-33DF6EBF5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5382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034FF-0AED-40DF-AA16-51A55069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77E1B-8F5C-44AD-8561-B41809860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DB1A9-A369-4822-AA6F-3EC8B104FE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FB7C2-172C-447A-BBFE-942C6C5AEFC3}" type="datetimeFigureOut">
              <a:rPr lang="en-ID" smtClean="0"/>
              <a:t>02/08/2024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14E5E-9263-4F6D-A560-CA530ADCD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F66A0-68BE-44C2-B1FD-F13F17493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2837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w3schools.com/python/python_intro.asp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ython/python_intro.asp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ython/python_intro.asp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37002" y="4259813"/>
            <a:ext cx="6215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Mohammad Nasucha, S.T., M.Sc., Ph.D.</a:t>
            </a:r>
            <a:endParaRPr lang="id-ID" sz="2400" b="1" dirty="0"/>
          </a:p>
          <a:p>
            <a:pPr algn="ctr"/>
            <a:endParaRPr lang="id-ID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320659" y="5050621"/>
            <a:ext cx="4648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Program </a:t>
            </a:r>
            <a:r>
              <a:rPr lang="en-US" sz="1600" b="1" dirty="0" err="1"/>
              <a:t>Studi</a:t>
            </a:r>
            <a:r>
              <a:rPr lang="en-US" sz="1600" b="1" dirty="0"/>
              <a:t> </a:t>
            </a:r>
            <a:r>
              <a:rPr lang="en-US" sz="1600" b="1" dirty="0" err="1"/>
              <a:t>Teknik</a:t>
            </a:r>
            <a:r>
              <a:rPr lang="en-US" sz="1600" b="1" dirty="0"/>
              <a:t> </a:t>
            </a:r>
            <a:r>
              <a:rPr lang="en-US" sz="1600" b="1" dirty="0" err="1"/>
              <a:t>Informatika</a:t>
            </a:r>
            <a:endParaRPr lang="en-US" sz="1600" b="1" dirty="0"/>
          </a:p>
          <a:p>
            <a:pPr algn="ctr"/>
            <a:r>
              <a:rPr lang="en-US" sz="1600" b="1" dirty="0" err="1"/>
              <a:t>Universitas</a:t>
            </a:r>
            <a:r>
              <a:rPr lang="en-US" sz="1600" b="1" dirty="0"/>
              <a:t> Pembangunan Jaya</a:t>
            </a:r>
            <a:endParaRPr lang="id-ID" sz="1600" b="1" dirty="0"/>
          </a:p>
          <a:p>
            <a:pPr algn="ctr"/>
            <a:r>
              <a:rPr lang="en-US" sz="1600" b="1" dirty="0"/>
              <a:t>Jl. </a:t>
            </a:r>
            <a:r>
              <a:rPr lang="en-US" sz="1600" b="1" dirty="0" err="1"/>
              <a:t>Cendrawasih</a:t>
            </a:r>
            <a:r>
              <a:rPr lang="en-US" sz="1600" b="1" dirty="0"/>
              <a:t>, </a:t>
            </a:r>
            <a:r>
              <a:rPr lang="en-US" sz="1600" b="1" dirty="0" err="1"/>
              <a:t>Sawah</a:t>
            </a:r>
            <a:r>
              <a:rPr lang="en-US" sz="1600" b="1" dirty="0"/>
              <a:t> </a:t>
            </a:r>
            <a:r>
              <a:rPr lang="en-US" sz="1600" b="1" dirty="0" err="1"/>
              <a:t>Baru</a:t>
            </a:r>
            <a:r>
              <a:rPr lang="en-US" sz="1600" b="1" dirty="0"/>
              <a:t>, </a:t>
            </a:r>
            <a:r>
              <a:rPr lang="en-US" sz="1600" b="1" dirty="0" err="1"/>
              <a:t>Bintaro</a:t>
            </a:r>
            <a:r>
              <a:rPr lang="en-US" sz="1600" b="1" dirty="0"/>
              <a:t> Jaya</a:t>
            </a:r>
          </a:p>
          <a:p>
            <a:pPr algn="ctr"/>
            <a:r>
              <a:rPr lang="en-US" sz="1600" b="1" dirty="0"/>
              <a:t>Tangerang Selatan</a:t>
            </a:r>
            <a:endParaRPr lang="id-ID" sz="1600" b="1" dirty="0"/>
          </a:p>
        </p:txBody>
      </p:sp>
      <p:sp>
        <p:nvSpPr>
          <p:cNvPr id="13" name="TextBox 12"/>
          <p:cNvSpPr txBox="1"/>
          <p:nvPr/>
        </p:nvSpPr>
        <p:spPr>
          <a:xfrm flipH="1">
            <a:off x="707225" y="627685"/>
            <a:ext cx="9875067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err="1"/>
              <a:t>Pengenan</a:t>
            </a:r>
            <a:r>
              <a:rPr lang="en-US" sz="6000" dirty="0"/>
              <a:t> Pola</a:t>
            </a:r>
            <a:r>
              <a:rPr lang="en-US" sz="4400" dirty="0"/>
              <a:t> </a:t>
            </a:r>
          </a:p>
          <a:p>
            <a:pPr algn="ctr"/>
            <a:endParaRPr lang="en-US" sz="4400" dirty="0"/>
          </a:p>
          <a:p>
            <a:pPr algn="ctr"/>
            <a:r>
              <a:rPr lang="en-US" sz="4400" i="1" dirty="0"/>
              <a:t>Pattern Recognition</a:t>
            </a:r>
            <a:endParaRPr lang="en-US" sz="6000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D47666-9379-4BEE-9E25-DCD10A1935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251264" y="5205744"/>
            <a:ext cx="1685925" cy="149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71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56016" y="818066"/>
            <a:ext cx="10269184" cy="4246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M01 </a:t>
            </a:r>
            <a:r>
              <a:rPr lang="en-US" sz="40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Pendahuluan</a:t>
            </a:r>
            <a:endParaRPr lang="en-US" sz="40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Metode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Pembelajan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i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Outcome-based Education (OBE)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Mata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Kuliah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Ini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Tentang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Apa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Cakupan Mata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Kuliah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ini</a:t>
            </a:r>
            <a:endParaRPr lang="en-US" sz="32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Tentang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Python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Menyiapkan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Python dan IDE-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nya</a:t>
            </a:r>
            <a:endParaRPr lang="en-US" sz="32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10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8AA4B2-EE2A-5629-FCD3-31F2D644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16" y="818066"/>
            <a:ext cx="10269184" cy="4246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M01 </a:t>
            </a:r>
            <a:r>
              <a:rPr lang="en-US" sz="40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Pendahuluan</a:t>
            </a:r>
            <a:endParaRPr lang="en-US" sz="40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Metode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Pembelajaran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i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Outcome-based Education (OBE)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Mata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Kuliah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Ini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Tentang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Apa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Cakupan Mata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Kuliah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ini</a:t>
            </a:r>
            <a:endParaRPr lang="en-US" sz="3200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Tentang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Python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Menyiapkan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Python dan IDE-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nya</a:t>
            </a:r>
            <a:endParaRPr lang="en-US" sz="3200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97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"/>
            <a:ext cx="10265508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Penyertaan</a:t>
            </a:r>
            <a:r>
              <a:rPr lang="en-US" sz="4000" b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4000" b="1" i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Outcome-based Education (OBE)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171580-1F4F-44D0-97B2-7E35B44C3FA6}"/>
              </a:ext>
            </a:extLst>
          </p:cNvPr>
          <p:cNvSpPr txBox="1">
            <a:spLocks/>
          </p:cNvSpPr>
          <p:nvPr/>
        </p:nvSpPr>
        <p:spPr>
          <a:xfrm>
            <a:off x="457200" y="1297287"/>
            <a:ext cx="10823028" cy="3970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Kuliah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diselenggarakan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dengan </a:t>
            </a: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menyertakan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metode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pembelajaran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b="1" i="1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Outcome-based Education (OBE)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.</a:t>
            </a:r>
          </a:p>
          <a:p>
            <a:pPr marL="0" indent="0" algn="just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Salah satu </a:t>
            </a: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unsur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penting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pada </a:t>
            </a:r>
            <a:r>
              <a:rPr lang="en-US" sz="3200" i="1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OBE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adalah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penerapan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i="1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andragogy (adult learning) 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di mana mahasiswa </a:t>
            </a: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dipandang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sebagai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individu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dewasa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yang </a:t>
            </a: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berkarakter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mandiri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, </a:t>
            </a: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bertanggungjawab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, dan </a:t>
            </a: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dapat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menentukan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pilihan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solusi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(</a:t>
            </a:r>
            <a:r>
              <a:rPr lang="en-US" sz="3200" i="1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self-directed</a:t>
            </a:r>
            <a:r>
              <a:rPr lang="en-US" sz="320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432499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325C7A-4F8B-192A-65B0-FB12C51A8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16" y="818066"/>
            <a:ext cx="10269184" cy="4246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M01 </a:t>
            </a:r>
            <a:r>
              <a:rPr lang="en-US" sz="40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Pendahuluan</a:t>
            </a:r>
            <a:endParaRPr lang="en-US" sz="40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Metode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Pembelajan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Outcome-based Education (OBE)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Mata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Kuliah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Ini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Tentang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Apa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Cakupan Mata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Kuliah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ini</a:t>
            </a:r>
            <a:endParaRPr lang="en-US" sz="3200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Tentang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Python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Menyiapkan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Python dan IDE-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nya</a:t>
            </a:r>
            <a:endParaRPr lang="en-US" sz="3200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96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"/>
            <a:ext cx="7460294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What is this course about?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171580-1F4F-44D0-97B2-7E35B44C3FA6}"/>
              </a:ext>
            </a:extLst>
          </p:cNvPr>
          <p:cNvSpPr txBox="1">
            <a:spLocks/>
          </p:cNvSpPr>
          <p:nvPr/>
        </p:nvSpPr>
        <p:spPr>
          <a:xfrm>
            <a:off x="457200" y="1098803"/>
            <a:ext cx="10823028" cy="55643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This is a course on pattern recognition. Here “pattern” means the pattern that we can find in various types of data. Examples of data that may contain patterns:</a:t>
            </a:r>
          </a:p>
          <a:p>
            <a:pPr marL="0" indent="0" algn="just">
              <a:buNone/>
            </a:pPr>
            <a:endParaRPr lang="en-US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538163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images, whether it is a single image or a streaming (video)  </a:t>
            </a:r>
          </a:p>
          <a:p>
            <a:pPr marL="538163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sound, including voice</a:t>
            </a:r>
          </a:p>
          <a:p>
            <a:pPr marL="538163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data of sun ray intensity in a city in a day, a month, or a year</a:t>
            </a:r>
          </a:p>
          <a:p>
            <a:pPr marL="538163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data of rice production in 12 months</a:t>
            </a:r>
          </a:p>
          <a:p>
            <a:pPr marL="538163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data of water consumption in a city in 12 months</a:t>
            </a:r>
          </a:p>
          <a:p>
            <a:pPr marL="538163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data of the amount of transaction (in USD) in Amazon in 12 months,</a:t>
            </a:r>
          </a:p>
          <a:p>
            <a:pPr marL="538163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etc. </a:t>
            </a:r>
          </a:p>
        </p:txBody>
      </p:sp>
    </p:spTree>
    <p:extLst>
      <p:ext uri="{BB962C8B-B14F-4D97-AF65-F5344CB8AC3E}">
        <p14:creationId xmlns:p14="http://schemas.microsoft.com/office/powerpoint/2010/main" val="402233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8AA4B2-EE2A-5629-FCD3-31F2D644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16" y="818066"/>
            <a:ext cx="10269184" cy="4246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M01 </a:t>
            </a:r>
            <a:r>
              <a:rPr lang="en-US" sz="40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Pendahuluan</a:t>
            </a:r>
            <a:endParaRPr lang="en-US" sz="40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Metode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Pembelajaran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Outcome-based Education (OBE)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Mata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Kuliah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Ini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Tentang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Apa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Cakupan Mata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Kuliah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ini</a:t>
            </a:r>
            <a:endParaRPr lang="en-US" sz="32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Tentang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Python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Menyiapkan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Python dan IDE-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nya</a:t>
            </a:r>
            <a:endParaRPr lang="en-US" sz="3200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2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234462"/>
            <a:ext cx="7460294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Scope of This Course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171580-1F4F-44D0-97B2-7E35B44C3FA6}"/>
              </a:ext>
            </a:extLst>
          </p:cNvPr>
          <p:cNvSpPr txBox="1">
            <a:spLocks/>
          </p:cNvSpPr>
          <p:nvPr/>
        </p:nvSpPr>
        <p:spPr>
          <a:xfrm>
            <a:off x="457200" y="1476083"/>
            <a:ext cx="10823028" cy="45992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Introduction (this session)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Root Mean Squared Error (RMSE)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Approximating Data Pattern Using Linear Regression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Approximating Data Pattern Using Polynomial Model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Bayes’ Theorem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Classifying A Number of Patterns Using the k-nearest neighbors (KNN) Algorithm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Theory and Concept of Neural Networks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Classifying A Number of Patterns Using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52644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8AA4B2-EE2A-5629-FCD3-31F2D644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16" y="818066"/>
            <a:ext cx="10269184" cy="4246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M01 </a:t>
            </a:r>
            <a:r>
              <a:rPr lang="en-US" sz="40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Pendahuluan</a:t>
            </a:r>
            <a:endParaRPr lang="en-US" sz="40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Metode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Pembelajaran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Outcome-based Education (OBE)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Mata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Kuliah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Ini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Tentang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Apa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Cakupan Mata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Kuliah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ini</a:t>
            </a:r>
            <a:endParaRPr lang="en-US" sz="3200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Tentang</a:t>
            </a: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Python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Menyiapkan</a:t>
            </a: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Python dan IDE-</a:t>
            </a:r>
            <a:r>
              <a:rPr lang="en-US" sz="3200" dirty="0" err="1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nya</a:t>
            </a:r>
            <a:endParaRPr lang="en-US" sz="3200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730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"/>
            <a:ext cx="7460294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What is Python? (1)</a:t>
            </a:r>
            <a:endParaRPr lang="id-ID" sz="40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171580-1F4F-44D0-97B2-7E35B44C3FA6}"/>
              </a:ext>
            </a:extLst>
          </p:cNvPr>
          <p:cNvSpPr txBox="1">
            <a:spLocks/>
          </p:cNvSpPr>
          <p:nvPr/>
        </p:nvSpPr>
        <p:spPr>
          <a:xfrm>
            <a:off x="457200" y="970466"/>
            <a:ext cx="10823028" cy="55643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0E7CB-EFB0-486E-BE89-ABCE42AF1E08}"/>
              </a:ext>
            </a:extLst>
          </p:cNvPr>
          <p:cNvSpPr txBox="1"/>
          <p:nvPr/>
        </p:nvSpPr>
        <p:spPr>
          <a:xfrm>
            <a:off x="457200" y="809221"/>
            <a:ext cx="1098856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What is Python? [1] 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</a:rPr>
              <a:t>1 point</a:t>
            </a:r>
          </a:p>
          <a:p>
            <a:r>
              <a:rPr lang="en-US" sz="2000" dirty="0"/>
              <a:t>Python is a popular programming language created by Guido van Rossum, and released in 1991.</a:t>
            </a:r>
          </a:p>
          <a:p>
            <a:endParaRPr lang="en-US" sz="2000" dirty="0"/>
          </a:p>
          <a:p>
            <a:r>
              <a:rPr lang="en-US" sz="2000" b="1" dirty="0"/>
              <a:t>What is it usually used for? [1] 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</a:rPr>
              <a:t>4 points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web development (server-side),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software development,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mathematics,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system scripting</a:t>
            </a:r>
          </a:p>
          <a:p>
            <a:endParaRPr lang="en-US" sz="2000" dirty="0"/>
          </a:p>
          <a:p>
            <a:r>
              <a:rPr lang="en-US" sz="2000" b="1" dirty="0"/>
              <a:t>What can Python do? [1] 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</a:rPr>
              <a:t>6 points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Python can be used on a server to create web applications.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Python can be used alongside software to create workflows.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Python can connect to database systems. It can also read and modify files.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Python can be used to handle big data and perform complex mathematics.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Python can be used to produce a GUI-featured application.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Python can be used for rapid prototyping, or for production-ready software development.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endParaRPr lang="en-US" sz="1200" dirty="0"/>
          </a:p>
          <a:p>
            <a:r>
              <a:rPr lang="en-US" sz="1200" dirty="0"/>
              <a:t>[1] Python Introduction. </a:t>
            </a:r>
            <a:r>
              <a:rPr lang="en-ID" sz="1200" dirty="0">
                <a:hlinkClick r:id="rId2"/>
              </a:rPr>
              <a:t>https://www.w3schools.com/python/python_intro.asp</a:t>
            </a:r>
            <a:r>
              <a:rPr lang="en-ID" sz="1200" dirty="0"/>
              <a:t> </a:t>
            </a:r>
            <a:r>
              <a:rPr lang="en-ID" sz="1200" dirty="0" err="1"/>
              <a:t>accesed</a:t>
            </a:r>
            <a:r>
              <a:rPr lang="en-ID" sz="1200" dirty="0"/>
              <a:t> 22 July 2020.</a:t>
            </a:r>
          </a:p>
        </p:txBody>
      </p:sp>
      <p:pic>
        <p:nvPicPr>
          <p:cNvPr id="1026" name="Picture 2" descr="Python | Vecta Symbols">
            <a:extLst>
              <a:ext uri="{FF2B5EF4-FFF2-40B4-BE49-F238E27FC236}">
                <a16:creationId xmlns:a16="http://schemas.microsoft.com/office/drawing/2014/main" id="{BCFB2130-C7C7-479A-BE98-CF4E41A2F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15" y="1972426"/>
            <a:ext cx="1456574" cy="1456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2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"/>
            <a:ext cx="7460294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What is Python? (2)</a:t>
            </a:r>
            <a:endParaRPr lang="id-ID" sz="40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171580-1F4F-44D0-97B2-7E35B44C3FA6}"/>
              </a:ext>
            </a:extLst>
          </p:cNvPr>
          <p:cNvSpPr txBox="1">
            <a:spLocks/>
          </p:cNvSpPr>
          <p:nvPr/>
        </p:nvSpPr>
        <p:spPr>
          <a:xfrm>
            <a:off x="457200" y="970466"/>
            <a:ext cx="10823028" cy="55643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0E7CB-EFB0-486E-BE89-ABCE42AF1E08}"/>
              </a:ext>
            </a:extLst>
          </p:cNvPr>
          <p:cNvSpPr txBox="1"/>
          <p:nvPr/>
        </p:nvSpPr>
        <p:spPr>
          <a:xfrm>
            <a:off x="457200" y="809221"/>
            <a:ext cx="1098856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Reasons of Preference to Python may include [1]: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</a:rPr>
              <a:t>5 points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Python works on different platforms (Windows, Mac, Linux, Raspberry Pi, </a:t>
            </a:r>
            <a:r>
              <a:rPr lang="en-US" sz="2800" dirty="0" err="1"/>
              <a:t>etc</a:t>
            </a:r>
            <a:r>
              <a:rPr lang="en-US" sz="2800" dirty="0"/>
              <a:t>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Python syntax is similar to the English language.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Python syntax allows developers to write programs with fewer lines than some others do.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Python runs on an interpreter system, meaning that code can be executed as soon as it is written. This means that prototyping can be quick.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Python facilitates both procedural / functional and object-orientated programming paradigms.</a:t>
            </a:r>
            <a:endParaRPr lang="en-US" sz="2800" b="1" dirty="0"/>
          </a:p>
          <a:p>
            <a:endParaRPr lang="en-US" sz="3200" dirty="0"/>
          </a:p>
          <a:p>
            <a:endParaRPr lang="en-US" sz="1200" dirty="0"/>
          </a:p>
          <a:p>
            <a:r>
              <a:rPr lang="en-US" sz="1200" dirty="0"/>
              <a:t>[1] Python Introduction. </a:t>
            </a:r>
            <a:r>
              <a:rPr lang="en-ID" sz="1200" dirty="0">
                <a:hlinkClick r:id="rId2"/>
              </a:rPr>
              <a:t>https://www.w3schools.com/python/python_intro.asp</a:t>
            </a:r>
            <a:r>
              <a:rPr lang="en-ID" sz="1200" dirty="0"/>
              <a:t> </a:t>
            </a:r>
            <a:r>
              <a:rPr lang="en-ID" sz="1200" dirty="0" err="1"/>
              <a:t>accesed</a:t>
            </a:r>
            <a:r>
              <a:rPr lang="en-ID" sz="1200" dirty="0"/>
              <a:t> 22 July 2020.</a:t>
            </a:r>
          </a:p>
        </p:txBody>
      </p:sp>
    </p:spTree>
    <p:extLst>
      <p:ext uri="{BB962C8B-B14F-4D97-AF65-F5344CB8AC3E}">
        <p14:creationId xmlns:p14="http://schemas.microsoft.com/office/powerpoint/2010/main" val="55395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"/>
            <a:ext cx="7460294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What is Python? (3)</a:t>
            </a:r>
            <a:endParaRPr lang="id-ID" sz="40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171580-1F4F-44D0-97B2-7E35B44C3FA6}"/>
              </a:ext>
            </a:extLst>
          </p:cNvPr>
          <p:cNvSpPr txBox="1">
            <a:spLocks/>
          </p:cNvSpPr>
          <p:nvPr/>
        </p:nvSpPr>
        <p:spPr>
          <a:xfrm>
            <a:off x="457200" y="970466"/>
            <a:ext cx="10823028" cy="55643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0E7CB-EFB0-486E-BE89-ABCE42AF1E08}"/>
              </a:ext>
            </a:extLst>
          </p:cNvPr>
          <p:cNvSpPr txBox="1"/>
          <p:nvPr/>
        </p:nvSpPr>
        <p:spPr>
          <a:xfrm>
            <a:off x="457200" y="809221"/>
            <a:ext cx="1098856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Python Syntax Style: </a:t>
            </a:r>
            <a:r>
              <a:rPr lang="en-US" sz="2200" b="1" dirty="0">
                <a:solidFill>
                  <a:schemeClr val="bg1">
                    <a:lumMod val="85000"/>
                  </a:schemeClr>
                </a:solidFill>
              </a:rPr>
              <a:t>3 points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Python syntax was designed to be easily understood by human.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Python does not use a semicolon neither parentheses to end a command. Changing the line means completion of a command.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Python does not use curly-brackets for conditions, loops, functions and classes. Python relies on indentation.</a:t>
            </a:r>
          </a:p>
          <a:p>
            <a:endParaRPr lang="en-US" sz="2200" dirty="0"/>
          </a:p>
          <a:p>
            <a:r>
              <a:rPr lang="en-US" sz="2200" b="1" dirty="0"/>
              <a:t>Good to Know [1]: </a:t>
            </a:r>
            <a:r>
              <a:rPr lang="en-US" sz="2200" b="1" dirty="0">
                <a:solidFill>
                  <a:schemeClr val="bg1">
                    <a:lumMod val="85000"/>
                  </a:schemeClr>
                </a:solidFill>
              </a:rPr>
              <a:t>2 points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accent1"/>
                </a:solidFill>
              </a:rPr>
              <a:t>The latest version of Python is Python 3. However, Python 2 is still quite popular.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accent1"/>
                </a:solidFill>
              </a:rPr>
              <a:t>You can write Python in a text editor or an Integrated Development Environment, such as </a:t>
            </a:r>
            <a:r>
              <a:rPr lang="en-US" sz="2200" dirty="0" err="1">
                <a:solidFill>
                  <a:schemeClr val="accent1"/>
                </a:solidFill>
              </a:rPr>
              <a:t>PhyCharm</a:t>
            </a:r>
            <a:r>
              <a:rPr lang="en-US" sz="2200" dirty="0">
                <a:solidFill>
                  <a:schemeClr val="accent1"/>
                </a:solidFill>
              </a:rPr>
              <a:t>, </a:t>
            </a:r>
            <a:r>
              <a:rPr lang="en-US" sz="2200" dirty="0" err="1">
                <a:solidFill>
                  <a:schemeClr val="accent1"/>
                </a:solidFill>
              </a:rPr>
              <a:t>Thonny</a:t>
            </a:r>
            <a:r>
              <a:rPr lang="en-US" sz="2200" dirty="0">
                <a:solidFill>
                  <a:schemeClr val="accent1"/>
                </a:solidFill>
              </a:rPr>
              <a:t>, </a:t>
            </a:r>
            <a:r>
              <a:rPr lang="en-US" sz="2200" dirty="0" err="1">
                <a:solidFill>
                  <a:schemeClr val="accent1"/>
                </a:solidFill>
              </a:rPr>
              <a:t>Netbeans</a:t>
            </a:r>
            <a:r>
              <a:rPr lang="en-US" sz="2200" dirty="0">
                <a:solidFill>
                  <a:schemeClr val="accent1"/>
                </a:solidFill>
              </a:rPr>
              <a:t> or Eclipse. IDE are useful when managing many Python files.</a:t>
            </a:r>
          </a:p>
          <a:p>
            <a:endParaRPr lang="en-US" sz="2200" dirty="0"/>
          </a:p>
          <a:p>
            <a:endParaRPr lang="en-US" sz="2000" dirty="0"/>
          </a:p>
          <a:p>
            <a:r>
              <a:rPr lang="en-US" sz="1200" dirty="0"/>
              <a:t>[1] Python Introduction. </a:t>
            </a:r>
            <a:r>
              <a:rPr lang="en-ID" sz="1200" dirty="0">
                <a:hlinkClick r:id="rId2"/>
              </a:rPr>
              <a:t>https://www.w3schools.com/python/python_intro.asp</a:t>
            </a:r>
            <a:r>
              <a:rPr lang="en-ID" sz="1200" dirty="0"/>
              <a:t> </a:t>
            </a:r>
            <a:r>
              <a:rPr lang="en-ID" sz="1200" dirty="0" err="1"/>
              <a:t>accesed</a:t>
            </a:r>
            <a:r>
              <a:rPr lang="en-ID" sz="1200" dirty="0"/>
              <a:t> 22 July 2020.</a:t>
            </a:r>
          </a:p>
        </p:txBody>
      </p:sp>
    </p:spTree>
    <p:extLst>
      <p:ext uri="{BB962C8B-B14F-4D97-AF65-F5344CB8AC3E}">
        <p14:creationId xmlns:p14="http://schemas.microsoft.com/office/powerpoint/2010/main" val="134656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8AA4B2-EE2A-5629-FCD3-31F2D644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16" y="818066"/>
            <a:ext cx="10269184" cy="4246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M15</a:t>
            </a:r>
          </a:p>
          <a:p>
            <a:pPr marL="0" indent="0">
              <a:buNone/>
            </a:pPr>
            <a:r>
              <a:rPr lang="en-US" sz="40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Klasterisasi</a:t>
            </a: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dengan </a:t>
            </a:r>
            <a:r>
              <a:rPr lang="en-US" sz="4000" dirty="0" err="1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Regresi</a:t>
            </a:r>
            <a:endParaRPr lang="en-US" sz="40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182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F89647-65AB-CA47-1BE2-F7181820C0C4}"/>
              </a:ext>
            </a:extLst>
          </p:cNvPr>
          <p:cNvCxnSpPr/>
          <p:nvPr/>
        </p:nvCxnSpPr>
        <p:spPr>
          <a:xfrm>
            <a:off x="1065475" y="397565"/>
            <a:ext cx="0" cy="58124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95B360-B36B-E35F-FDBD-7912A4C182E2}"/>
              </a:ext>
            </a:extLst>
          </p:cNvPr>
          <p:cNvCxnSpPr>
            <a:cxnSpLocks/>
          </p:cNvCxnSpPr>
          <p:nvPr/>
        </p:nvCxnSpPr>
        <p:spPr>
          <a:xfrm flipH="1" flipV="1">
            <a:off x="811033" y="5987332"/>
            <a:ext cx="10694504" cy="556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904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171580-1F4F-44D0-97B2-7E35B44C3FA6}"/>
              </a:ext>
            </a:extLst>
          </p:cNvPr>
          <p:cNvSpPr txBox="1">
            <a:spLocks/>
          </p:cNvSpPr>
          <p:nvPr/>
        </p:nvSpPr>
        <p:spPr>
          <a:xfrm>
            <a:off x="457200" y="970466"/>
            <a:ext cx="10823028" cy="55643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0E7CB-EFB0-486E-BE89-ABCE42AF1E08}"/>
              </a:ext>
            </a:extLst>
          </p:cNvPr>
          <p:cNvSpPr txBox="1"/>
          <p:nvPr/>
        </p:nvSpPr>
        <p:spPr>
          <a:xfrm>
            <a:off x="1100301" y="1901028"/>
            <a:ext cx="99913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200" dirty="0" err="1"/>
              <a:t>Terima</a:t>
            </a:r>
            <a:r>
              <a:rPr lang="en-US" altLang="ja-JP" sz="3200" dirty="0"/>
              <a:t> Kasih</a:t>
            </a:r>
          </a:p>
        </p:txBody>
      </p:sp>
    </p:spTree>
    <p:extLst>
      <p:ext uri="{BB962C8B-B14F-4D97-AF65-F5344CB8AC3E}">
        <p14:creationId xmlns:p14="http://schemas.microsoft.com/office/powerpoint/2010/main" val="361273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3903</TotalTime>
  <Words>829</Words>
  <Application>Microsoft Office PowerPoint</Application>
  <PresentationFormat>Widescreen</PresentationFormat>
  <Paragraphs>115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Nasucha</dc:creator>
  <cp:lastModifiedBy>Mohammad Nasucha</cp:lastModifiedBy>
  <cp:revision>78</cp:revision>
  <dcterms:created xsi:type="dcterms:W3CDTF">2020-07-22T03:16:03Z</dcterms:created>
  <dcterms:modified xsi:type="dcterms:W3CDTF">2024-08-02T06:58:58Z</dcterms:modified>
</cp:coreProperties>
</file>