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3" r:id="rId2"/>
    <p:sldId id="265" r:id="rId3"/>
    <p:sldId id="637" r:id="rId4"/>
    <p:sldId id="636" r:id="rId5"/>
    <p:sldId id="625" r:id="rId6"/>
    <p:sldId id="627" r:id="rId7"/>
    <p:sldId id="638" r:id="rId8"/>
    <p:sldId id="626" r:id="rId9"/>
    <p:sldId id="635" r:id="rId10"/>
    <p:sldId id="639" r:id="rId11"/>
    <p:sldId id="628" r:id="rId12"/>
    <p:sldId id="631" r:id="rId13"/>
    <p:sldId id="629" r:id="rId14"/>
    <p:sldId id="632" r:id="rId15"/>
    <p:sldId id="633" r:id="rId16"/>
    <p:sldId id="634" r:id="rId17"/>
    <p:sldId id="63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799" autoAdjust="0"/>
    <p:restoredTop sz="94660"/>
  </p:normalViewPr>
  <p:slideViewPr>
    <p:cSldViewPr snapToGrid="0">
      <p:cViewPr varScale="1">
        <p:scale>
          <a:sx n="120" d="100"/>
          <a:sy n="120" d="100"/>
        </p:scale>
        <p:origin x="678"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Nasucha" userId="1346f31b-a737-4b43-93e0-d502aa96fb32" providerId="ADAL" clId="{F0AA62CB-724E-49AB-A016-6E7527F50909}"/>
    <pc:docChg chg="undo custSel addSld delSld modSld sldOrd">
      <pc:chgData name="Mohammad Nasucha" userId="1346f31b-a737-4b43-93e0-d502aa96fb32" providerId="ADAL" clId="{F0AA62CB-724E-49AB-A016-6E7527F50909}" dt="2023-05-08T05:12:09.949" v="2826" actId="6549"/>
      <pc:docMkLst>
        <pc:docMk/>
      </pc:docMkLst>
      <pc:sldChg chg="modSp mod">
        <pc:chgData name="Mohammad Nasucha" userId="1346f31b-a737-4b43-93e0-d502aa96fb32" providerId="ADAL" clId="{F0AA62CB-724E-49AB-A016-6E7527F50909}" dt="2023-05-08T05:12:09.949" v="2826" actId="6549"/>
        <pc:sldMkLst>
          <pc:docMk/>
          <pc:sldMk cId="843407019" sldId="265"/>
        </pc:sldMkLst>
        <pc:spChg chg="mod">
          <ac:chgData name="Mohammad Nasucha" userId="1346f31b-a737-4b43-93e0-d502aa96fb32" providerId="ADAL" clId="{F0AA62CB-724E-49AB-A016-6E7527F50909}" dt="2023-05-08T05:12:09.949" v="2826" actId="6549"/>
          <ac:spMkLst>
            <pc:docMk/>
            <pc:sldMk cId="843407019" sldId="265"/>
            <ac:spMk id="3" creationId="{08CB2609-5FB0-4496-A04E-7B6959664E39}"/>
          </ac:spMkLst>
        </pc:spChg>
      </pc:sldChg>
      <pc:sldChg chg="modSp add del mod">
        <pc:chgData name="Mohammad Nasucha" userId="1346f31b-a737-4b43-93e0-d502aa96fb32" providerId="ADAL" clId="{F0AA62CB-724E-49AB-A016-6E7527F50909}" dt="2023-05-08T05:05:05.754" v="2643" actId="1036"/>
        <pc:sldMkLst>
          <pc:docMk/>
          <pc:sldMk cId="1601669609" sldId="628"/>
        </pc:sldMkLst>
        <pc:spChg chg="mod">
          <ac:chgData name="Mohammad Nasucha" userId="1346f31b-a737-4b43-93e0-d502aa96fb32" providerId="ADAL" clId="{F0AA62CB-724E-49AB-A016-6E7527F50909}" dt="2023-05-08T05:05:05.754" v="2643" actId="1036"/>
          <ac:spMkLst>
            <pc:docMk/>
            <pc:sldMk cId="1601669609" sldId="628"/>
            <ac:spMk id="118" creationId="{744F334E-8CB6-13B6-98C7-371C5C132D24}"/>
          </ac:spMkLst>
        </pc:spChg>
      </pc:sldChg>
      <pc:sldChg chg="add del">
        <pc:chgData name="Mohammad Nasucha" userId="1346f31b-a737-4b43-93e0-d502aa96fb32" providerId="ADAL" clId="{F0AA62CB-724E-49AB-A016-6E7527F50909}" dt="2023-05-08T05:04:50.942" v="2628"/>
        <pc:sldMkLst>
          <pc:docMk/>
          <pc:sldMk cId="3330033493" sldId="629"/>
        </pc:sldMkLst>
      </pc:sldChg>
      <pc:sldChg chg="add del">
        <pc:chgData name="Mohammad Nasucha" userId="1346f31b-a737-4b43-93e0-d502aa96fb32" providerId="ADAL" clId="{F0AA62CB-724E-49AB-A016-6E7527F50909}" dt="2023-05-08T05:04:50.942" v="2628"/>
        <pc:sldMkLst>
          <pc:docMk/>
          <pc:sldMk cId="1304714882" sldId="631"/>
        </pc:sldMkLst>
      </pc:sldChg>
      <pc:sldChg chg="add del">
        <pc:chgData name="Mohammad Nasucha" userId="1346f31b-a737-4b43-93e0-d502aa96fb32" providerId="ADAL" clId="{F0AA62CB-724E-49AB-A016-6E7527F50909}" dt="2023-05-08T05:04:50.942" v="2628"/>
        <pc:sldMkLst>
          <pc:docMk/>
          <pc:sldMk cId="980691601" sldId="632"/>
        </pc:sldMkLst>
      </pc:sldChg>
      <pc:sldChg chg="add del">
        <pc:chgData name="Mohammad Nasucha" userId="1346f31b-a737-4b43-93e0-d502aa96fb32" providerId="ADAL" clId="{F0AA62CB-724E-49AB-A016-6E7527F50909}" dt="2023-05-08T05:04:50.942" v="2628"/>
        <pc:sldMkLst>
          <pc:docMk/>
          <pc:sldMk cId="1859746744" sldId="633"/>
        </pc:sldMkLst>
      </pc:sldChg>
      <pc:sldChg chg="add del">
        <pc:chgData name="Mohammad Nasucha" userId="1346f31b-a737-4b43-93e0-d502aa96fb32" providerId="ADAL" clId="{F0AA62CB-724E-49AB-A016-6E7527F50909}" dt="2023-05-08T05:04:50.942" v="2628"/>
        <pc:sldMkLst>
          <pc:docMk/>
          <pc:sldMk cId="1581910369" sldId="634"/>
        </pc:sldMkLst>
      </pc:sldChg>
      <pc:sldChg chg="modSp mod">
        <pc:chgData name="Mohammad Nasucha" userId="1346f31b-a737-4b43-93e0-d502aa96fb32" providerId="ADAL" clId="{F0AA62CB-724E-49AB-A016-6E7527F50909}" dt="2023-05-08T05:11:58.011" v="2800" actId="6549"/>
        <pc:sldMkLst>
          <pc:docMk/>
          <pc:sldMk cId="3979051397" sldId="637"/>
        </pc:sldMkLst>
        <pc:spChg chg="mod">
          <ac:chgData name="Mohammad Nasucha" userId="1346f31b-a737-4b43-93e0-d502aa96fb32" providerId="ADAL" clId="{F0AA62CB-724E-49AB-A016-6E7527F50909}" dt="2023-05-08T05:11:58.011" v="2800" actId="6549"/>
          <ac:spMkLst>
            <pc:docMk/>
            <pc:sldMk cId="3979051397" sldId="637"/>
            <ac:spMk id="3" creationId="{08CB2609-5FB0-4496-A04E-7B6959664E39}"/>
          </ac:spMkLst>
        </pc:spChg>
      </pc:sldChg>
      <pc:sldChg chg="modSp mod">
        <pc:chgData name="Mohammad Nasucha" userId="1346f31b-a737-4b43-93e0-d502aa96fb32" providerId="ADAL" clId="{F0AA62CB-724E-49AB-A016-6E7527F50909}" dt="2023-05-08T05:11:44.968" v="2774" actId="6549"/>
        <pc:sldMkLst>
          <pc:docMk/>
          <pc:sldMk cId="2389172745" sldId="638"/>
        </pc:sldMkLst>
        <pc:spChg chg="mod">
          <ac:chgData name="Mohammad Nasucha" userId="1346f31b-a737-4b43-93e0-d502aa96fb32" providerId="ADAL" clId="{F0AA62CB-724E-49AB-A016-6E7527F50909}" dt="2023-05-08T05:11:44.968" v="2774" actId="6549"/>
          <ac:spMkLst>
            <pc:docMk/>
            <pc:sldMk cId="2389172745" sldId="638"/>
            <ac:spMk id="3" creationId="{08CB2609-5FB0-4496-A04E-7B6959664E39}"/>
          </ac:spMkLst>
        </pc:spChg>
      </pc:sldChg>
      <pc:sldChg chg="modSp mod">
        <pc:chgData name="Mohammad Nasucha" userId="1346f31b-a737-4b43-93e0-d502aa96fb32" providerId="ADAL" clId="{F0AA62CB-724E-49AB-A016-6E7527F50909}" dt="2023-05-08T05:11:30.402" v="2748" actId="6549"/>
        <pc:sldMkLst>
          <pc:docMk/>
          <pc:sldMk cId="3129397531" sldId="639"/>
        </pc:sldMkLst>
        <pc:spChg chg="mod">
          <ac:chgData name="Mohammad Nasucha" userId="1346f31b-a737-4b43-93e0-d502aa96fb32" providerId="ADAL" clId="{F0AA62CB-724E-49AB-A016-6E7527F50909}" dt="2023-05-08T05:11:30.402" v="2748" actId="6549"/>
          <ac:spMkLst>
            <pc:docMk/>
            <pc:sldMk cId="3129397531" sldId="639"/>
            <ac:spMk id="3" creationId="{08CB2609-5FB0-4496-A04E-7B6959664E39}"/>
          </ac:spMkLst>
        </pc:spChg>
      </pc:sldChg>
      <pc:sldChg chg="modSp add del mod">
        <pc:chgData name="Mohammad Nasucha" userId="1346f31b-a737-4b43-93e0-d502aa96fb32" providerId="ADAL" clId="{F0AA62CB-724E-49AB-A016-6E7527F50909}" dt="2023-05-08T05:10:38.526" v="2695" actId="6549"/>
        <pc:sldMkLst>
          <pc:docMk/>
          <pc:sldMk cId="3256895847" sldId="640"/>
        </pc:sldMkLst>
        <pc:spChg chg="mod">
          <ac:chgData name="Mohammad Nasucha" userId="1346f31b-a737-4b43-93e0-d502aa96fb32" providerId="ADAL" clId="{F0AA62CB-724E-49AB-A016-6E7527F50909}" dt="2023-05-08T05:10:38.526" v="2695" actId="6549"/>
          <ac:spMkLst>
            <pc:docMk/>
            <pc:sldMk cId="3256895847" sldId="640"/>
            <ac:spMk id="3" creationId="{08CB2609-5FB0-4496-A04E-7B6959664E39}"/>
          </ac:spMkLst>
        </pc:spChg>
      </pc:sldChg>
      <pc:sldChg chg="delSp modSp add del mod ord">
        <pc:chgData name="Mohammad Nasucha" userId="1346f31b-a737-4b43-93e0-d502aa96fb32" providerId="ADAL" clId="{F0AA62CB-724E-49AB-A016-6E7527F50909}" dt="2023-05-08T05:04:50.942" v="2628"/>
        <pc:sldMkLst>
          <pc:docMk/>
          <pc:sldMk cId="1601213081" sldId="641"/>
        </pc:sldMkLst>
        <pc:spChg chg="mod">
          <ac:chgData name="Mohammad Nasucha" userId="1346f31b-a737-4b43-93e0-d502aa96fb32" providerId="ADAL" clId="{F0AA62CB-724E-49AB-A016-6E7527F50909}" dt="2023-05-05T07:37:10.154" v="724" actId="20577"/>
          <ac:spMkLst>
            <pc:docMk/>
            <pc:sldMk cId="1601213081" sldId="641"/>
            <ac:spMk id="102" creationId="{6DE0B3F2-F196-F800-E11D-95C0720B57E1}"/>
          </ac:spMkLst>
        </pc:spChg>
        <pc:spChg chg="mod">
          <ac:chgData name="Mohammad Nasucha" userId="1346f31b-a737-4b43-93e0-d502aa96fb32" providerId="ADAL" clId="{F0AA62CB-724E-49AB-A016-6E7527F50909}" dt="2023-05-05T08:48:16.262" v="1619" actId="20577"/>
          <ac:spMkLst>
            <pc:docMk/>
            <pc:sldMk cId="1601213081" sldId="641"/>
            <ac:spMk id="116" creationId="{62F9DDA2-C9A2-8F5D-6926-77778ACF8611}"/>
          </ac:spMkLst>
        </pc:spChg>
        <pc:picChg chg="del">
          <ac:chgData name="Mohammad Nasucha" userId="1346f31b-a737-4b43-93e0-d502aa96fb32" providerId="ADAL" clId="{F0AA62CB-724E-49AB-A016-6E7527F50909}" dt="2023-05-05T07:12:20.330" v="12" actId="478"/>
          <ac:picMkLst>
            <pc:docMk/>
            <pc:sldMk cId="1601213081" sldId="641"/>
            <ac:picMk id="4" creationId="{585D41DC-8B1F-4749-0769-433F3C1DACF1}"/>
          </ac:picMkLst>
        </pc:picChg>
      </pc:sldChg>
      <pc:sldChg chg="addSp delSp modSp add del mod">
        <pc:chgData name="Mohammad Nasucha" userId="1346f31b-a737-4b43-93e0-d502aa96fb32" providerId="ADAL" clId="{F0AA62CB-724E-49AB-A016-6E7527F50909}" dt="2023-05-08T05:04:50.942" v="2628"/>
        <pc:sldMkLst>
          <pc:docMk/>
          <pc:sldMk cId="4014084739" sldId="642"/>
        </pc:sldMkLst>
        <pc:spChg chg="add del mod">
          <ac:chgData name="Mohammad Nasucha" userId="1346f31b-a737-4b43-93e0-d502aa96fb32" providerId="ADAL" clId="{F0AA62CB-724E-49AB-A016-6E7527F50909}" dt="2023-05-05T07:37:49.951" v="727" actId="478"/>
          <ac:spMkLst>
            <pc:docMk/>
            <pc:sldMk cId="4014084739" sldId="642"/>
            <ac:spMk id="3" creationId="{BEF33D28-4FAC-082B-C256-13463DEF3EC5}"/>
          </ac:spMkLst>
        </pc:spChg>
        <pc:spChg chg="add mod">
          <ac:chgData name="Mohammad Nasucha" userId="1346f31b-a737-4b43-93e0-d502aa96fb32" providerId="ADAL" clId="{F0AA62CB-724E-49AB-A016-6E7527F50909}" dt="2023-05-05T07:38:09.772" v="760" actId="6549"/>
          <ac:spMkLst>
            <pc:docMk/>
            <pc:sldMk cId="4014084739" sldId="642"/>
            <ac:spMk id="4" creationId="{F571A4AD-1DC7-3F53-3329-BBC02C783D5C}"/>
          </ac:spMkLst>
        </pc:spChg>
        <pc:spChg chg="del">
          <ac:chgData name="Mohammad Nasucha" userId="1346f31b-a737-4b43-93e0-d502aa96fb32" providerId="ADAL" clId="{F0AA62CB-724E-49AB-A016-6E7527F50909}" dt="2023-05-05T07:37:42.880" v="725" actId="478"/>
          <ac:spMkLst>
            <pc:docMk/>
            <pc:sldMk cId="4014084739" sldId="642"/>
            <ac:spMk id="102" creationId="{6DE0B3F2-F196-F800-E11D-95C0720B57E1}"/>
          </ac:spMkLst>
        </pc:spChg>
        <pc:spChg chg="mod">
          <ac:chgData name="Mohammad Nasucha" userId="1346f31b-a737-4b43-93e0-d502aa96fb32" providerId="ADAL" clId="{F0AA62CB-724E-49AB-A016-6E7527F50909}" dt="2023-05-05T07:42:04.994" v="937" actId="20577"/>
          <ac:spMkLst>
            <pc:docMk/>
            <pc:sldMk cId="4014084739" sldId="642"/>
            <ac:spMk id="116" creationId="{62F9DDA2-C9A2-8F5D-6926-77778ACF8611}"/>
          </ac:spMkLst>
        </pc:spChg>
      </pc:sldChg>
      <pc:sldChg chg="modSp add del mod">
        <pc:chgData name="Mohammad Nasucha" userId="1346f31b-a737-4b43-93e0-d502aa96fb32" providerId="ADAL" clId="{F0AA62CB-724E-49AB-A016-6E7527F50909}" dt="2023-05-08T05:10:49.802" v="2696" actId="47"/>
        <pc:sldMkLst>
          <pc:docMk/>
          <pc:sldMk cId="1486498906" sldId="643"/>
        </pc:sldMkLst>
        <pc:spChg chg="mod">
          <ac:chgData name="Mohammad Nasucha" userId="1346f31b-a737-4b43-93e0-d502aa96fb32" providerId="ADAL" clId="{F0AA62CB-724E-49AB-A016-6E7527F50909}" dt="2023-05-05T07:34:19.090" v="620" actId="6549"/>
          <ac:spMkLst>
            <pc:docMk/>
            <pc:sldMk cId="1486498906" sldId="643"/>
            <ac:spMk id="3" creationId="{08CB2609-5FB0-4496-A04E-7B6959664E39}"/>
          </ac:spMkLst>
        </pc:spChg>
      </pc:sldChg>
      <pc:sldChg chg="modSp add del mod">
        <pc:chgData name="Mohammad Nasucha" userId="1346f31b-a737-4b43-93e0-d502aa96fb32" providerId="ADAL" clId="{F0AA62CB-724E-49AB-A016-6E7527F50909}" dt="2023-05-08T05:11:02.767" v="2722" actId="20577"/>
        <pc:sldMkLst>
          <pc:docMk/>
          <pc:sldMk cId="2618746207" sldId="644"/>
        </pc:sldMkLst>
        <pc:spChg chg="mod">
          <ac:chgData name="Mohammad Nasucha" userId="1346f31b-a737-4b43-93e0-d502aa96fb32" providerId="ADAL" clId="{F0AA62CB-724E-49AB-A016-6E7527F50909}" dt="2023-05-08T05:11:02.767" v="2722" actId="20577"/>
          <ac:spMkLst>
            <pc:docMk/>
            <pc:sldMk cId="2618746207" sldId="644"/>
            <ac:spMk id="3" creationId="{08CB2609-5FB0-4496-A04E-7B6959664E39}"/>
          </ac:spMkLst>
        </pc:spChg>
      </pc:sldChg>
      <pc:sldChg chg="modSp add del mod">
        <pc:chgData name="Mohammad Nasucha" userId="1346f31b-a737-4b43-93e0-d502aa96fb32" providerId="ADAL" clId="{F0AA62CB-724E-49AB-A016-6E7527F50909}" dt="2023-05-08T05:04:50.942" v="2628"/>
        <pc:sldMkLst>
          <pc:docMk/>
          <pc:sldMk cId="1052113697" sldId="645"/>
        </pc:sldMkLst>
        <pc:spChg chg="mod">
          <ac:chgData name="Mohammad Nasucha" userId="1346f31b-a737-4b43-93e0-d502aa96fb32" providerId="ADAL" clId="{F0AA62CB-724E-49AB-A016-6E7527F50909}" dt="2023-05-05T07:49:02.614" v="1206" actId="20577"/>
          <ac:spMkLst>
            <pc:docMk/>
            <pc:sldMk cId="1052113697" sldId="645"/>
            <ac:spMk id="4" creationId="{F571A4AD-1DC7-3F53-3329-BBC02C783D5C}"/>
          </ac:spMkLst>
        </pc:spChg>
        <pc:spChg chg="mod">
          <ac:chgData name="Mohammad Nasucha" userId="1346f31b-a737-4b43-93e0-d502aa96fb32" providerId="ADAL" clId="{F0AA62CB-724E-49AB-A016-6E7527F50909}" dt="2023-05-08T04:08:24.534" v="1928" actId="20577"/>
          <ac:spMkLst>
            <pc:docMk/>
            <pc:sldMk cId="1052113697" sldId="645"/>
            <ac:spMk id="116" creationId="{62F9DDA2-C9A2-8F5D-6926-77778ACF8611}"/>
          </ac:spMkLst>
        </pc:spChg>
      </pc:sldChg>
      <pc:sldChg chg="modSp add del mod">
        <pc:chgData name="Mohammad Nasucha" userId="1346f31b-a737-4b43-93e0-d502aa96fb32" providerId="ADAL" clId="{F0AA62CB-724E-49AB-A016-6E7527F50909}" dt="2023-05-08T05:04:50.942" v="2628"/>
        <pc:sldMkLst>
          <pc:docMk/>
          <pc:sldMk cId="3659893096" sldId="646"/>
        </pc:sldMkLst>
        <pc:spChg chg="mod">
          <ac:chgData name="Mohammad Nasucha" userId="1346f31b-a737-4b43-93e0-d502aa96fb32" providerId="ADAL" clId="{F0AA62CB-724E-49AB-A016-6E7527F50909}" dt="2023-05-08T04:06:26.114" v="1913" actId="20577"/>
          <ac:spMkLst>
            <pc:docMk/>
            <pc:sldMk cId="3659893096" sldId="646"/>
            <ac:spMk id="4" creationId="{F571A4AD-1DC7-3F53-3329-BBC02C783D5C}"/>
          </ac:spMkLst>
        </pc:spChg>
        <pc:spChg chg="mod">
          <ac:chgData name="Mohammad Nasucha" userId="1346f31b-a737-4b43-93e0-d502aa96fb32" providerId="ADAL" clId="{F0AA62CB-724E-49AB-A016-6E7527F50909}" dt="2023-05-08T04:20:05.853" v="2259" actId="20577"/>
          <ac:spMkLst>
            <pc:docMk/>
            <pc:sldMk cId="3659893096" sldId="646"/>
            <ac:spMk id="116" creationId="{62F9DDA2-C9A2-8F5D-6926-77778ACF8611}"/>
          </ac:spMkLst>
        </pc:spChg>
      </pc:sldChg>
      <pc:sldChg chg="modSp add del mod">
        <pc:chgData name="Mohammad Nasucha" userId="1346f31b-a737-4b43-93e0-d502aa96fb32" providerId="ADAL" clId="{F0AA62CB-724E-49AB-A016-6E7527F50909}" dt="2023-05-08T05:04:50.942" v="2628"/>
        <pc:sldMkLst>
          <pc:docMk/>
          <pc:sldMk cId="3437641039" sldId="647"/>
        </pc:sldMkLst>
        <pc:spChg chg="mod">
          <ac:chgData name="Mohammad Nasucha" userId="1346f31b-a737-4b43-93e0-d502aa96fb32" providerId="ADAL" clId="{F0AA62CB-724E-49AB-A016-6E7527F50909}" dt="2023-05-08T04:23:45.323" v="2609" actId="6549"/>
          <ac:spMkLst>
            <pc:docMk/>
            <pc:sldMk cId="3437641039" sldId="647"/>
            <ac:spMk id="116" creationId="{62F9DDA2-C9A2-8F5D-6926-77778ACF8611}"/>
          </ac:spMkLst>
        </pc:spChg>
      </pc:sldChg>
    </pc:docChg>
  </pc:docChgLst>
  <pc:docChgLst>
    <pc:chgData name="Mohammad Nasucha" userId="1346f31b-a737-4b43-93e0-d502aa96fb32" providerId="ADAL" clId="{446A9580-76E3-41D2-B63E-8206E5846926}"/>
    <pc:docChg chg="delSld">
      <pc:chgData name="Mohammad Nasucha" userId="1346f31b-a737-4b43-93e0-d502aa96fb32" providerId="ADAL" clId="{446A9580-76E3-41D2-B63E-8206E5846926}" dt="2024-07-15T05:23:59.560" v="0" actId="47"/>
      <pc:docMkLst>
        <pc:docMk/>
      </pc:docMkLst>
      <pc:sldChg chg="del">
        <pc:chgData name="Mohammad Nasucha" userId="1346f31b-a737-4b43-93e0-d502aa96fb32" providerId="ADAL" clId="{446A9580-76E3-41D2-B63E-8206E5846926}" dt="2024-07-15T05:23:59.560" v="0" actId="47"/>
        <pc:sldMkLst>
          <pc:docMk/>
          <pc:sldMk cId="3256895847" sldId="640"/>
        </pc:sldMkLst>
      </pc:sldChg>
      <pc:sldChg chg="del">
        <pc:chgData name="Mohammad Nasucha" userId="1346f31b-a737-4b43-93e0-d502aa96fb32" providerId="ADAL" clId="{446A9580-76E3-41D2-B63E-8206E5846926}" dt="2024-07-15T05:23:59.560" v="0" actId="47"/>
        <pc:sldMkLst>
          <pc:docMk/>
          <pc:sldMk cId="1601213081" sldId="641"/>
        </pc:sldMkLst>
      </pc:sldChg>
      <pc:sldChg chg="del">
        <pc:chgData name="Mohammad Nasucha" userId="1346f31b-a737-4b43-93e0-d502aa96fb32" providerId="ADAL" clId="{446A9580-76E3-41D2-B63E-8206E5846926}" dt="2024-07-15T05:23:59.560" v="0" actId="47"/>
        <pc:sldMkLst>
          <pc:docMk/>
          <pc:sldMk cId="4014084739" sldId="642"/>
        </pc:sldMkLst>
      </pc:sldChg>
      <pc:sldChg chg="del">
        <pc:chgData name="Mohammad Nasucha" userId="1346f31b-a737-4b43-93e0-d502aa96fb32" providerId="ADAL" clId="{446A9580-76E3-41D2-B63E-8206E5846926}" dt="2024-07-15T05:23:59.560" v="0" actId="47"/>
        <pc:sldMkLst>
          <pc:docMk/>
          <pc:sldMk cId="2618746207" sldId="644"/>
        </pc:sldMkLst>
      </pc:sldChg>
      <pc:sldChg chg="del">
        <pc:chgData name="Mohammad Nasucha" userId="1346f31b-a737-4b43-93e0-d502aa96fb32" providerId="ADAL" clId="{446A9580-76E3-41D2-B63E-8206E5846926}" dt="2024-07-15T05:23:59.560" v="0" actId="47"/>
        <pc:sldMkLst>
          <pc:docMk/>
          <pc:sldMk cId="1052113697" sldId="645"/>
        </pc:sldMkLst>
      </pc:sldChg>
      <pc:sldChg chg="del">
        <pc:chgData name="Mohammad Nasucha" userId="1346f31b-a737-4b43-93e0-d502aa96fb32" providerId="ADAL" clId="{446A9580-76E3-41D2-B63E-8206E5846926}" dt="2024-07-15T05:23:59.560" v="0" actId="47"/>
        <pc:sldMkLst>
          <pc:docMk/>
          <pc:sldMk cId="3659893096" sldId="646"/>
        </pc:sldMkLst>
      </pc:sldChg>
      <pc:sldChg chg="del">
        <pc:chgData name="Mohammad Nasucha" userId="1346f31b-a737-4b43-93e0-d502aa96fb32" providerId="ADAL" clId="{446A9580-76E3-41D2-B63E-8206E5846926}" dt="2024-07-15T05:23:59.560" v="0" actId="47"/>
        <pc:sldMkLst>
          <pc:docMk/>
          <pc:sldMk cId="3437641039" sldId="647"/>
        </pc:sldMkLst>
      </pc:sldChg>
      <pc:sldChg chg="del">
        <pc:chgData name="Mohammad Nasucha" userId="1346f31b-a737-4b43-93e0-d502aa96fb32" providerId="ADAL" clId="{446A9580-76E3-41D2-B63E-8206E5846926}" dt="2024-07-15T05:23:59.560" v="0" actId="47"/>
        <pc:sldMkLst>
          <pc:docMk/>
          <pc:sldMk cId="1728273979" sldId="648"/>
        </pc:sldMkLst>
      </pc:sldChg>
    </pc:docChg>
  </pc:docChgLst>
  <pc:docChgLst>
    <pc:chgData name="Mohammad Nasucha" userId="1346f31b-a737-4b43-93e0-d502aa96fb32" providerId="ADAL" clId="{702843F3-7738-482D-8A25-6F5CCD1CD453}"/>
    <pc:docChg chg="custSel addSld modSld">
      <pc:chgData name="Mohammad Nasucha" userId="1346f31b-a737-4b43-93e0-d502aa96fb32" providerId="ADAL" clId="{702843F3-7738-482D-8A25-6F5CCD1CD453}" dt="2023-11-02T01:59:20.648" v="495" actId="20577"/>
      <pc:docMkLst>
        <pc:docMk/>
      </pc:docMkLst>
      <pc:sldChg chg="modSp add mod">
        <pc:chgData name="Mohammad Nasucha" userId="1346f31b-a737-4b43-93e0-d502aa96fb32" providerId="ADAL" clId="{702843F3-7738-482D-8A25-6F5CCD1CD453}" dt="2023-11-02T01:59:20.648" v="495" actId="20577"/>
        <pc:sldMkLst>
          <pc:docMk/>
          <pc:sldMk cId="1728273979" sldId="648"/>
        </pc:sldMkLst>
        <pc:spChg chg="mod">
          <ac:chgData name="Mohammad Nasucha" userId="1346f31b-a737-4b43-93e0-d502aa96fb32" providerId="ADAL" clId="{702843F3-7738-482D-8A25-6F5CCD1CD453}" dt="2023-11-02T01:54:38.146" v="27" actId="20577"/>
          <ac:spMkLst>
            <pc:docMk/>
            <pc:sldMk cId="1728273979" sldId="648"/>
            <ac:spMk id="4" creationId="{F571A4AD-1DC7-3F53-3329-BBC02C783D5C}"/>
          </ac:spMkLst>
        </pc:spChg>
        <pc:spChg chg="mod">
          <ac:chgData name="Mohammad Nasucha" userId="1346f31b-a737-4b43-93e0-d502aa96fb32" providerId="ADAL" clId="{702843F3-7738-482D-8A25-6F5CCD1CD453}" dt="2023-11-02T01:59:20.648" v="495" actId="20577"/>
          <ac:spMkLst>
            <pc:docMk/>
            <pc:sldMk cId="1728273979" sldId="648"/>
            <ac:spMk id="116" creationId="{62F9DDA2-C9A2-8F5D-6926-77778ACF8611}"/>
          </ac:spMkLst>
        </pc:spChg>
      </pc:sldChg>
    </pc:docChg>
  </pc:docChgLst>
  <pc:docChgLst>
    <pc:chgData name="Mohammad Nasucha" userId="1346f31b-a737-4b43-93e0-d502aa96fb32" providerId="ADAL" clId="{2D400EFD-24FA-4698-AC50-6A7D6417F20A}"/>
    <pc:docChg chg="modSld">
      <pc:chgData name="Mohammad Nasucha" userId="1346f31b-a737-4b43-93e0-d502aa96fb32" providerId="ADAL" clId="{2D400EFD-24FA-4698-AC50-6A7D6417F20A}" dt="2024-07-15T05:13:58.139" v="64" actId="20577"/>
      <pc:docMkLst>
        <pc:docMk/>
      </pc:docMkLst>
      <pc:sldChg chg="modSp mod">
        <pc:chgData name="Mohammad Nasucha" userId="1346f31b-a737-4b43-93e0-d502aa96fb32" providerId="ADAL" clId="{2D400EFD-24FA-4698-AC50-6A7D6417F20A}" dt="2024-07-15T05:12:15.784" v="42" actId="20577"/>
        <pc:sldMkLst>
          <pc:docMk/>
          <pc:sldMk cId="843407019" sldId="265"/>
        </pc:sldMkLst>
        <pc:spChg chg="mod">
          <ac:chgData name="Mohammad Nasucha" userId="1346f31b-a737-4b43-93e0-d502aa96fb32" providerId="ADAL" clId="{2D400EFD-24FA-4698-AC50-6A7D6417F20A}" dt="2024-07-15T05:12:15.784" v="42" actId="20577"/>
          <ac:spMkLst>
            <pc:docMk/>
            <pc:sldMk cId="843407019" sldId="265"/>
            <ac:spMk id="3" creationId="{08CB2609-5FB0-4496-A04E-7B6959664E39}"/>
          </ac:spMkLst>
        </pc:spChg>
      </pc:sldChg>
      <pc:sldChg chg="modSp mod">
        <pc:chgData name="Mohammad Nasucha" userId="1346f31b-a737-4b43-93e0-d502aa96fb32" providerId="ADAL" clId="{2D400EFD-24FA-4698-AC50-6A7D6417F20A}" dt="2024-07-15T05:11:53.921" v="38" actId="255"/>
        <pc:sldMkLst>
          <pc:docMk/>
          <pc:sldMk cId="3113719772" sldId="303"/>
        </pc:sldMkLst>
        <pc:spChg chg="mod">
          <ac:chgData name="Mohammad Nasucha" userId="1346f31b-a737-4b43-93e0-d502aa96fb32" providerId="ADAL" clId="{2D400EFD-24FA-4698-AC50-6A7D6417F20A}" dt="2024-07-15T05:11:53.921" v="38" actId="255"/>
          <ac:spMkLst>
            <pc:docMk/>
            <pc:sldMk cId="3113719772" sldId="303"/>
            <ac:spMk id="13" creationId="{00000000-0000-0000-0000-000000000000}"/>
          </ac:spMkLst>
        </pc:spChg>
      </pc:sldChg>
      <pc:sldChg chg="modSp mod">
        <pc:chgData name="Mohammad Nasucha" userId="1346f31b-a737-4b43-93e0-d502aa96fb32" providerId="ADAL" clId="{2D400EFD-24FA-4698-AC50-6A7D6417F20A}" dt="2024-07-15T05:12:29.845" v="46" actId="20577"/>
        <pc:sldMkLst>
          <pc:docMk/>
          <pc:sldMk cId="3979051397" sldId="637"/>
        </pc:sldMkLst>
        <pc:spChg chg="mod">
          <ac:chgData name="Mohammad Nasucha" userId="1346f31b-a737-4b43-93e0-d502aa96fb32" providerId="ADAL" clId="{2D400EFD-24FA-4698-AC50-6A7D6417F20A}" dt="2024-07-15T05:12:29.845" v="46" actId="20577"/>
          <ac:spMkLst>
            <pc:docMk/>
            <pc:sldMk cId="3979051397" sldId="637"/>
            <ac:spMk id="3" creationId="{08CB2609-5FB0-4496-A04E-7B6959664E39}"/>
          </ac:spMkLst>
        </pc:spChg>
      </pc:sldChg>
      <pc:sldChg chg="modSp mod">
        <pc:chgData name="Mohammad Nasucha" userId="1346f31b-a737-4b43-93e0-d502aa96fb32" providerId="ADAL" clId="{2D400EFD-24FA-4698-AC50-6A7D6417F20A}" dt="2024-07-15T05:12:38.717" v="50" actId="20577"/>
        <pc:sldMkLst>
          <pc:docMk/>
          <pc:sldMk cId="2389172745" sldId="638"/>
        </pc:sldMkLst>
        <pc:spChg chg="mod">
          <ac:chgData name="Mohammad Nasucha" userId="1346f31b-a737-4b43-93e0-d502aa96fb32" providerId="ADAL" clId="{2D400EFD-24FA-4698-AC50-6A7D6417F20A}" dt="2024-07-15T05:12:38.717" v="50" actId="20577"/>
          <ac:spMkLst>
            <pc:docMk/>
            <pc:sldMk cId="2389172745" sldId="638"/>
            <ac:spMk id="3" creationId="{08CB2609-5FB0-4496-A04E-7B6959664E39}"/>
          </ac:spMkLst>
        </pc:spChg>
      </pc:sldChg>
      <pc:sldChg chg="modSp mod">
        <pc:chgData name="Mohammad Nasucha" userId="1346f31b-a737-4b43-93e0-d502aa96fb32" providerId="ADAL" clId="{2D400EFD-24FA-4698-AC50-6A7D6417F20A}" dt="2024-07-15T05:12:51.261" v="54" actId="20577"/>
        <pc:sldMkLst>
          <pc:docMk/>
          <pc:sldMk cId="3129397531" sldId="639"/>
        </pc:sldMkLst>
        <pc:spChg chg="mod">
          <ac:chgData name="Mohammad Nasucha" userId="1346f31b-a737-4b43-93e0-d502aa96fb32" providerId="ADAL" clId="{2D400EFD-24FA-4698-AC50-6A7D6417F20A}" dt="2024-07-15T05:12:51.261" v="54" actId="20577"/>
          <ac:spMkLst>
            <pc:docMk/>
            <pc:sldMk cId="3129397531" sldId="639"/>
            <ac:spMk id="3" creationId="{08CB2609-5FB0-4496-A04E-7B6959664E39}"/>
          </ac:spMkLst>
        </pc:spChg>
      </pc:sldChg>
      <pc:sldChg chg="modSp mod">
        <pc:chgData name="Mohammad Nasucha" userId="1346f31b-a737-4b43-93e0-d502aa96fb32" providerId="ADAL" clId="{2D400EFD-24FA-4698-AC50-6A7D6417F20A}" dt="2024-07-15T05:13:49.093" v="60" actId="20577"/>
        <pc:sldMkLst>
          <pc:docMk/>
          <pc:sldMk cId="3256895847" sldId="640"/>
        </pc:sldMkLst>
        <pc:spChg chg="mod">
          <ac:chgData name="Mohammad Nasucha" userId="1346f31b-a737-4b43-93e0-d502aa96fb32" providerId="ADAL" clId="{2D400EFD-24FA-4698-AC50-6A7D6417F20A}" dt="2024-07-15T05:13:49.093" v="60" actId="20577"/>
          <ac:spMkLst>
            <pc:docMk/>
            <pc:sldMk cId="3256895847" sldId="640"/>
            <ac:spMk id="3" creationId="{08CB2609-5FB0-4496-A04E-7B6959664E39}"/>
          </ac:spMkLst>
        </pc:spChg>
      </pc:sldChg>
      <pc:sldChg chg="modSp mod">
        <pc:chgData name="Mohammad Nasucha" userId="1346f31b-a737-4b43-93e0-d502aa96fb32" providerId="ADAL" clId="{2D400EFD-24FA-4698-AC50-6A7D6417F20A}" dt="2024-07-15T05:13:58.139" v="64" actId="20577"/>
        <pc:sldMkLst>
          <pc:docMk/>
          <pc:sldMk cId="2618746207" sldId="644"/>
        </pc:sldMkLst>
        <pc:spChg chg="mod">
          <ac:chgData name="Mohammad Nasucha" userId="1346f31b-a737-4b43-93e0-d502aa96fb32" providerId="ADAL" clId="{2D400EFD-24FA-4698-AC50-6A7D6417F20A}" dt="2024-07-15T05:13:58.139" v="64" actId="20577"/>
          <ac:spMkLst>
            <pc:docMk/>
            <pc:sldMk cId="2618746207" sldId="644"/>
            <ac:spMk id="3" creationId="{08CB2609-5FB0-4496-A04E-7B6959664E3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5537A-D48B-49B0-B390-C95DD45DB0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EA38EE-161C-466D-8C93-A2CD8A7700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FA817B-871D-4CA4-B331-D4C421656762}"/>
              </a:ext>
            </a:extLst>
          </p:cNvPr>
          <p:cNvSpPr>
            <a:spLocks noGrp="1"/>
          </p:cNvSpPr>
          <p:nvPr>
            <p:ph type="dt" sz="half" idx="10"/>
          </p:nvPr>
        </p:nvSpPr>
        <p:spPr/>
        <p:txBody>
          <a:bodyPr/>
          <a:lstStyle/>
          <a:p>
            <a:fld id="{F98B8BB6-3A9C-4FD9-A0E2-436FF6BA354D}" type="datetimeFigureOut">
              <a:rPr lang="en-US" smtClean="0"/>
              <a:t>7/15/2024</a:t>
            </a:fld>
            <a:endParaRPr lang="en-US"/>
          </a:p>
        </p:txBody>
      </p:sp>
      <p:sp>
        <p:nvSpPr>
          <p:cNvPr id="5" name="Footer Placeholder 4">
            <a:extLst>
              <a:ext uri="{FF2B5EF4-FFF2-40B4-BE49-F238E27FC236}">
                <a16:creationId xmlns:a16="http://schemas.microsoft.com/office/drawing/2014/main" id="{384629A1-EB4D-4AE1-8C6C-968D1D39D9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8CF9E1-5810-4BB1-8A12-7B98DB8197D7}"/>
              </a:ext>
            </a:extLst>
          </p:cNvPr>
          <p:cNvSpPr>
            <a:spLocks noGrp="1"/>
          </p:cNvSpPr>
          <p:nvPr>
            <p:ph type="sldNum" sz="quarter" idx="12"/>
          </p:nvPr>
        </p:nvSpPr>
        <p:spPr/>
        <p:txBody>
          <a:bodyPr/>
          <a:lstStyle/>
          <a:p>
            <a:fld id="{2BEC99B2-091B-4602-B586-CEBDEAB51DFC}" type="slidenum">
              <a:rPr lang="en-US" smtClean="0"/>
              <a:t>‹#›</a:t>
            </a:fld>
            <a:endParaRPr lang="en-US"/>
          </a:p>
        </p:txBody>
      </p:sp>
    </p:spTree>
    <p:extLst>
      <p:ext uri="{BB962C8B-B14F-4D97-AF65-F5344CB8AC3E}">
        <p14:creationId xmlns:p14="http://schemas.microsoft.com/office/powerpoint/2010/main" val="3537103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29955-8034-41CC-8179-C4E705FAE2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A6A27E-6F1D-441F-B83C-990CF66599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D38E5-9809-4FDA-B294-62966E7DEEC8}"/>
              </a:ext>
            </a:extLst>
          </p:cNvPr>
          <p:cNvSpPr>
            <a:spLocks noGrp="1"/>
          </p:cNvSpPr>
          <p:nvPr>
            <p:ph type="dt" sz="half" idx="10"/>
          </p:nvPr>
        </p:nvSpPr>
        <p:spPr/>
        <p:txBody>
          <a:bodyPr/>
          <a:lstStyle/>
          <a:p>
            <a:fld id="{F98B8BB6-3A9C-4FD9-A0E2-436FF6BA354D}" type="datetimeFigureOut">
              <a:rPr lang="en-US" smtClean="0"/>
              <a:t>7/15/2024</a:t>
            </a:fld>
            <a:endParaRPr lang="en-US"/>
          </a:p>
        </p:txBody>
      </p:sp>
      <p:sp>
        <p:nvSpPr>
          <p:cNvPr id="5" name="Footer Placeholder 4">
            <a:extLst>
              <a:ext uri="{FF2B5EF4-FFF2-40B4-BE49-F238E27FC236}">
                <a16:creationId xmlns:a16="http://schemas.microsoft.com/office/drawing/2014/main" id="{B7D0A6D8-718C-4716-90A8-444724A5BD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EC5B6E-9BE2-4F8E-946C-FE484E21CED2}"/>
              </a:ext>
            </a:extLst>
          </p:cNvPr>
          <p:cNvSpPr>
            <a:spLocks noGrp="1"/>
          </p:cNvSpPr>
          <p:nvPr>
            <p:ph type="sldNum" sz="quarter" idx="12"/>
          </p:nvPr>
        </p:nvSpPr>
        <p:spPr/>
        <p:txBody>
          <a:bodyPr/>
          <a:lstStyle/>
          <a:p>
            <a:fld id="{2BEC99B2-091B-4602-B586-CEBDEAB51DFC}" type="slidenum">
              <a:rPr lang="en-US" smtClean="0"/>
              <a:t>‹#›</a:t>
            </a:fld>
            <a:endParaRPr lang="en-US"/>
          </a:p>
        </p:txBody>
      </p:sp>
    </p:spTree>
    <p:extLst>
      <p:ext uri="{BB962C8B-B14F-4D97-AF65-F5344CB8AC3E}">
        <p14:creationId xmlns:p14="http://schemas.microsoft.com/office/powerpoint/2010/main" val="2300447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277BE-04C2-4050-8C8F-5013B4CE66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471D03-C5C7-4614-B428-60EF59F6C9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1D1AB3-C994-4F60-889F-561AE34EC979}"/>
              </a:ext>
            </a:extLst>
          </p:cNvPr>
          <p:cNvSpPr>
            <a:spLocks noGrp="1"/>
          </p:cNvSpPr>
          <p:nvPr>
            <p:ph type="dt" sz="half" idx="10"/>
          </p:nvPr>
        </p:nvSpPr>
        <p:spPr/>
        <p:txBody>
          <a:bodyPr/>
          <a:lstStyle/>
          <a:p>
            <a:fld id="{F98B8BB6-3A9C-4FD9-A0E2-436FF6BA354D}" type="datetimeFigureOut">
              <a:rPr lang="en-US" smtClean="0"/>
              <a:t>7/15/2024</a:t>
            </a:fld>
            <a:endParaRPr lang="en-US"/>
          </a:p>
        </p:txBody>
      </p:sp>
      <p:sp>
        <p:nvSpPr>
          <p:cNvPr id="5" name="Footer Placeholder 4">
            <a:extLst>
              <a:ext uri="{FF2B5EF4-FFF2-40B4-BE49-F238E27FC236}">
                <a16:creationId xmlns:a16="http://schemas.microsoft.com/office/drawing/2014/main" id="{D07CA6EA-8E00-4E36-92A5-6AFDF617B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51210C-9DAE-4896-AFFC-F282B5BEC5C5}"/>
              </a:ext>
            </a:extLst>
          </p:cNvPr>
          <p:cNvSpPr>
            <a:spLocks noGrp="1"/>
          </p:cNvSpPr>
          <p:nvPr>
            <p:ph type="sldNum" sz="quarter" idx="12"/>
          </p:nvPr>
        </p:nvSpPr>
        <p:spPr/>
        <p:txBody>
          <a:bodyPr/>
          <a:lstStyle/>
          <a:p>
            <a:fld id="{2BEC99B2-091B-4602-B586-CEBDEAB51DFC}" type="slidenum">
              <a:rPr lang="en-US" smtClean="0"/>
              <a:t>‹#›</a:t>
            </a:fld>
            <a:endParaRPr lang="en-US"/>
          </a:p>
        </p:txBody>
      </p:sp>
    </p:spTree>
    <p:extLst>
      <p:ext uri="{BB962C8B-B14F-4D97-AF65-F5344CB8AC3E}">
        <p14:creationId xmlns:p14="http://schemas.microsoft.com/office/powerpoint/2010/main" val="2279278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B267B-5DDF-47FB-B932-EA8F01CBCB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F902FB-116F-4378-9898-454C351EE8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B705F7-A653-435D-89DE-C64066E707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FE1503-1188-4F95-975F-6E09C8B1129A}"/>
              </a:ext>
            </a:extLst>
          </p:cNvPr>
          <p:cNvSpPr>
            <a:spLocks noGrp="1"/>
          </p:cNvSpPr>
          <p:nvPr>
            <p:ph type="dt" sz="half" idx="10"/>
          </p:nvPr>
        </p:nvSpPr>
        <p:spPr/>
        <p:txBody>
          <a:bodyPr/>
          <a:lstStyle/>
          <a:p>
            <a:fld id="{F98B8BB6-3A9C-4FD9-A0E2-436FF6BA354D}" type="datetimeFigureOut">
              <a:rPr lang="en-US" smtClean="0"/>
              <a:t>7/15/2024</a:t>
            </a:fld>
            <a:endParaRPr lang="en-US"/>
          </a:p>
        </p:txBody>
      </p:sp>
      <p:sp>
        <p:nvSpPr>
          <p:cNvPr id="6" name="Footer Placeholder 5">
            <a:extLst>
              <a:ext uri="{FF2B5EF4-FFF2-40B4-BE49-F238E27FC236}">
                <a16:creationId xmlns:a16="http://schemas.microsoft.com/office/drawing/2014/main" id="{9E68312B-01F1-4ADF-B738-9D30A36255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3A40F0-5776-4D6C-9C41-20F8E9389AE2}"/>
              </a:ext>
            </a:extLst>
          </p:cNvPr>
          <p:cNvSpPr>
            <a:spLocks noGrp="1"/>
          </p:cNvSpPr>
          <p:nvPr>
            <p:ph type="sldNum" sz="quarter" idx="12"/>
          </p:nvPr>
        </p:nvSpPr>
        <p:spPr/>
        <p:txBody>
          <a:bodyPr/>
          <a:lstStyle/>
          <a:p>
            <a:fld id="{2BEC99B2-091B-4602-B586-CEBDEAB51DFC}" type="slidenum">
              <a:rPr lang="en-US" smtClean="0"/>
              <a:t>‹#›</a:t>
            </a:fld>
            <a:endParaRPr lang="en-US"/>
          </a:p>
        </p:txBody>
      </p:sp>
    </p:spTree>
    <p:extLst>
      <p:ext uri="{BB962C8B-B14F-4D97-AF65-F5344CB8AC3E}">
        <p14:creationId xmlns:p14="http://schemas.microsoft.com/office/powerpoint/2010/main" val="4209735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35D22-817D-4B1D-B198-1F55AA382B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246BA7-86FE-40EE-86AC-A73F83C6B8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E18D77-7CB4-4229-A08C-ADBD4CDD5E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843FFA-E2E7-4588-B60C-427FE33C60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E54B6C-AD5E-4E4B-8A51-FAA1CB354A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217E47-F864-4945-B6EF-1180E5FE4810}"/>
              </a:ext>
            </a:extLst>
          </p:cNvPr>
          <p:cNvSpPr>
            <a:spLocks noGrp="1"/>
          </p:cNvSpPr>
          <p:nvPr>
            <p:ph type="dt" sz="half" idx="10"/>
          </p:nvPr>
        </p:nvSpPr>
        <p:spPr/>
        <p:txBody>
          <a:bodyPr/>
          <a:lstStyle/>
          <a:p>
            <a:fld id="{F98B8BB6-3A9C-4FD9-A0E2-436FF6BA354D}" type="datetimeFigureOut">
              <a:rPr lang="en-US" smtClean="0"/>
              <a:t>7/15/2024</a:t>
            </a:fld>
            <a:endParaRPr lang="en-US"/>
          </a:p>
        </p:txBody>
      </p:sp>
      <p:sp>
        <p:nvSpPr>
          <p:cNvPr id="8" name="Footer Placeholder 7">
            <a:extLst>
              <a:ext uri="{FF2B5EF4-FFF2-40B4-BE49-F238E27FC236}">
                <a16:creationId xmlns:a16="http://schemas.microsoft.com/office/drawing/2014/main" id="{5A62EE6A-B587-4989-9326-02EB6030DB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AF608E-351D-4FEC-9543-5774F5728DEA}"/>
              </a:ext>
            </a:extLst>
          </p:cNvPr>
          <p:cNvSpPr>
            <a:spLocks noGrp="1"/>
          </p:cNvSpPr>
          <p:nvPr>
            <p:ph type="sldNum" sz="quarter" idx="12"/>
          </p:nvPr>
        </p:nvSpPr>
        <p:spPr/>
        <p:txBody>
          <a:bodyPr/>
          <a:lstStyle/>
          <a:p>
            <a:fld id="{2BEC99B2-091B-4602-B586-CEBDEAB51DFC}" type="slidenum">
              <a:rPr lang="en-US" smtClean="0"/>
              <a:t>‹#›</a:t>
            </a:fld>
            <a:endParaRPr lang="en-US"/>
          </a:p>
        </p:txBody>
      </p:sp>
    </p:spTree>
    <p:extLst>
      <p:ext uri="{BB962C8B-B14F-4D97-AF65-F5344CB8AC3E}">
        <p14:creationId xmlns:p14="http://schemas.microsoft.com/office/powerpoint/2010/main" val="1819492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1BBAD-0C3D-4D3D-824F-373A778483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1C76AF-8A90-4083-AFE0-BE057FBA319B}"/>
              </a:ext>
            </a:extLst>
          </p:cNvPr>
          <p:cNvSpPr>
            <a:spLocks noGrp="1"/>
          </p:cNvSpPr>
          <p:nvPr>
            <p:ph type="dt" sz="half" idx="10"/>
          </p:nvPr>
        </p:nvSpPr>
        <p:spPr/>
        <p:txBody>
          <a:bodyPr/>
          <a:lstStyle/>
          <a:p>
            <a:fld id="{F98B8BB6-3A9C-4FD9-A0E2-436FF6BA354D}" type="datetimeFigureOut">
              <a:rPr lang="en-US" smtClean="0"/>
              <a:t>7/15/2024</a:t>
            </a:fld>
            <a:endParaRPr lang="en-US"/>
          </a:p>
        </p:txBody>
      </p:sp>
      <p:sp>
        <p:nvSpPr>
          <p:cNvPr id="4" name="Footer Placeholder 3">
            <a:extLst>
              <a:ext uri="{FF2B5EF4-FFF2-40B4-BE49-F238E27FC236}">
                <a16:creationId xmlns:a16="http://schemas.microsoft.com/office/drawing/2014/main" id="{EA48DD0C-8AAB-438A-B98F-7A173A01B1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9159A3-47AE-4728-80C7-4DCB6B7D6E58}"/>
              </a:ext>
            </a:extLst>
          </p:cNvPr>
          <p:cNvSpPr>
            <a:spLocks noGrp="1"/>
          </p:cNvSpPr>
          <p:nvPr>
            <p:ph type="sldNum" sz="quarter" idx="12"/>
          </p:nvPr>
        </p:nvSpPr>
        <p:spPr/>
        <p:txBody>
          <a:bodyPr/>
          <a:lstStyle/>
          <a:p>
            <a:fld id="{2BEC99B2-091B-4602-B586-CEBDEAB51DFC}" type="slidenum">
              <a:rPr lang="en-US" smtClean="0"/>
              <a:t>‹#›</a:t>
            </a:fld>
            <a:endParaRPr lang="en-US"/>
          </a:p>
        </p:txBody>
      </p:sp>
    </p:spTree>
    <p:extLst>
      <p:ext uri="{BB962C8B-B14F-4D97-AF65-F5344CB8AC3E}">
        <p14:creationId xmlns:p14="http://schemas.microsoft.com/office/powerpoint/2010/main" val="2035268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9999C6-5E17-4570-83D4-802179F83FD3}"/>
              </a:ext>
            </a:extLst>
          </p:cNvPr>
          <p:cNvSpPr>
            <a:spLocks noGrp="1"/>
          </p:cNvSpPr>
          <p:nvPr>
            <p:ph type="dt" sz="half" idx="10"/>
          </p:nvPr>
        </p:nvSpPr>
        <p:spPr/>
        <p:txBody>
          <a:bodyPr/>
          <a:lstStyle/>
          <a:p>
            <a:fld id="{F98B8BB6-3A9C-4FD9-A0E2-436FF6BA354D}" type="datetimeFigureOut">
              <a:rPr lang="en-US" smtClean="0"/>
              <a:t>7/15/2024</a:t>
            </a:fld>
            <a:endParaRPr lang="en-US"/>
          </a:p>
        </p:txBody>
      </p:sp>
      <p:sp>
        <p:nvSpPr>
          <p:cNvPr id="3" name="Footer Placeholder 2">
            <a:extLst>
              <a:ext uri="{FF2B5EF4-FFF2-40B4-BE49-F238E27FC236}">
                <a16:creationId xmlns:a16="http://schemas.microsoft.com/office/drawing/2014/main" id="{3A67DD87-D015-474D-AEC9-1C1E01A8B1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7FF10D-D615-4EAC-8D9F-B349FC6DE3B1}"/>
              </a:ext>
            </a:extLst>
          </p:cNvPr>
          <p:cNvSpPr>
            <a:spLocks noGrp="1"/>
          </p:cNvSpPr>
          <p:nvPr>
            <p:ph type="sldNum" sz="quarter" idx="12"/>
          </p:nvPr>
        </p:nvSpPr>
        <p:spPr/>
        <p:txBody>
          <a:bodyPr/>
          <a:lstStyle/>
          <a:p>
            <a:fld id="{2BEC99B2-091B-4602-B586-CEBDEAB51DFC}" type="slidenum">
              <a:rPr lang="en-US" smtClean="0"/>
              <a:t>‹#›</a:t>
            </a:fld>
            <a:endParaRPr lang="en-US"/>
          </a:p>
        </p:txBody>
      </p:sp>
    </p:spTree>
    <p:extLst>
      <p:ext uri="{BB962C8B-B14F-4D97-AF65-F5344CB8AC3E}">
        <p14:creationId xmlns:p14="http://schemas.microsoft.com/office/powerpoint/2010/main" val="4168121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88757-28BA-40C1-9670-017AE241B3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634251-253C-4FFD-92DA-10520AD386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BA2E94-C5BD-49E4-9B98-70594F5EE4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1A4516-D146-4094-AA7E-0270957FB46F}"/>
              </a:ext>
            </a:extLst>
          </p:cNvPr>
          <p:cNvSpPr>
            <a:spLocks noGrp="1"/>
          </p:cNvSpPr>
          <p:nvPr>
            <p:ph type="dt" sz="half" idx="10"/>
          </p:nvPr>
        </p:nvSpPr>
        <p:spPr/>
        <p:txBody>
          <a:bodyPr/>
          <a:lstStyle/>
          <a:p>
            <a:fld id="{F98B8BB6-3A9C-4FD9-A0E2-436FF6BA354D}" type="datetimeFigureOut">
              <a:rPr lang="en-US" smtClean="0"/>
              <a:t>7/15/2024</a:t>
            </a:fld>
            <a:endParaRPr lang="en-US"/>
          </a:p>
        </p:txBody>
      </p:sp>
      <p:sp>
        <p:nvSpPr>
          <p:cNvPr id="6" name="Footer Placeholder 5">
            <a:extLst>
              <a:ext uri="{FF2B5EF4-FFF2-40B4-BE49-F238E27FC236}">
                <a16:creationId xmlns:a16="http://schemas.microsoft.com/office/drawing/2014/main" id="{7002BAE2-7706-4E61-B3FD-2A3B8E18FD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71E5DC-D250-44C7-A186-26C06923501E}"/>
              </a:ext>
            </a:extLst>
          </p:cNvPr>
          <p:cNvSpPr>
            <a:spLocks noGrp="1"/>
          </p:cNvSpPr>
          <p:nvPr>
            <p:ph type="sldNum" sz="quarter" idx="12"/>
          </p:nvPr>
        </p:nvSpPr>
        <p:spPr/>
        <p:txBody>
          <a:bodyPr/>
          <a:lstStyle/>
          <a:p>
            <a:fld id="{2BEC99B2-091B-4602-B586-CEBDEAB51DFC}" type="slidenum">
              <a:rPr lang="en-US" smtClean="0"/>
              <a:t>‹#›</a:t>
            </a:fld>
            <a:endParaRPr lang="en-US"/>
          </a:p>
        </p:txBody>
      </p:sp>
    </p:spTree>
    <p:extLst>
      <p:ext uri="{BB962C8B-B14F-4D97-AF65-F5344CB8AC3E}">
        <p14:creationId xmlns:p14="http://schemas.microsoft.com/office/powerpoint/2010/main" val="1134982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E6284-8A96-4D67-8507-2FCA7F76B0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B83B2E-C9D6-4E62-9DB9-3B98998817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68BA80-95C5-453A-80CA-0D8E0A0110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F27D1-3839-40BB-A921-788891E74D6B}"/>
              </a:ext>
            </a:extLst>
          </p:cNvPr>
          <p:cNvSpPr>
            <a:spLocks noGrp="1"/>
          </p:cNvSpPr>
          <p:nvPr>
            <p:ph type="dt" sz="half" idx="10"/>
          </p:nvPr>
        </p:nvSpPr>
        <p:spPr/>
        <p:txBody>
          <a:bodyPr/>
          <a:lstStyle/>
          <a:p>
            <a:fld id="{F98B8BB6-3A9C-4FD9-A0E2-436FF6BA354D}" type="datetimeFigureOut">
              <a:rPr lang="en-US" smtClean="0"/>
              <a:t>7/15/2024</a:t>
            </a:fld>
            <a:endParaRPr lang="en-US"/>
          </a:p>
        </p:txBody>
      </p:sp>
      <p:sp>
        <p:nvSpPr>
          <p:cNvPr id="6" name="Footer Placeholder 5">
            <a:extLst>
              <a:ext uri="{FF2B5EF4-FFF2-40B4-BE49-F238E27FC236}">
                <a16:creationId xmlns:a16="http://schemas.microsoft.com/office/drawing/2014/main" id="{27795A26-B83D-4AD5-A42B-6D720D2F0A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46AB12-A8CA-4525-808A-A0510D8409C5}"/>
              </a:ext>
            </a:extLst>
          </p:cNvPr>
          <p:cNvSpPr>
            <a:spLocks noGrp="1"/>
          </p:cNvSpPr>
          <p:nvPr>
            <p:ph type="sldNum" sz="quarter" idx="12"/>
          </p:nvPr>
        </p:nvSpPr>
        <p:spPr/>
        <p:txBody>
          <a:bodyPr/>
          <a:lstStyle/>
          <a:p>
            <a:fld id="{2BEC99B2-091B-4602-B586-CEBDEAB51DFC}" type="slidenum">
              <a:rPr lang="en-US" smtClean="0"/>
              <a:t>‹#›</a:t>
            </a:fld>
            <a:endParaRPr lang="en-US"/>
          </a:p>
        </p:txBody>
      </p:sp>
    </p:spTree>
    <p:extLst>
      <p:ext uri="{BB962C8B-B14F-4D97-AF65-F5344CB8AC3E}">
        <p14:creationId xmlns:p14="http://schemas.microsoft.com/office/powerpoint/2010/main" val="2231668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F1EA-FB3C-437D-96BD-FCC9297D3C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31B90A-A50F-4C6E-AB71-3CF59774B7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30DF7F-AD9A-44A3-AFAE-1311D87C8441}"/>
              </a:ext>
            </a:extLst>
          </p:cNvPr>
          <p:cNvSpPr>
            <a:spLocks noGrp="1"/>
          </p:cNvSpPr>
          <p:nvPr>
            <p:ph type="dt" sz="half" idx="10"/>
          </p:nvPr>
        </p:nvSpPr>
        <p:spPr/>
        <p:txBody>
          <a:bodyPr/>
          <a:lstStyle/>
          <a:p>
            <a:fld id="{F98B8BB6-3A9C-4FD9-A0E2-436FF6BA354D}" type="datetimeFigureOut">
              <a:rPr lang="en-US" smtClean="0"/>
              <a:t>7/15/2024</a:t>
            </a:fld>
            <a:endParaRPr lang="en-US"/>
          </a:p>
        </p:txBody>
      </p:sp>
      <p:sp>
        <p:nvSpPr>
          <p:cNvPr id="5" name="Footer Placeholder 4">
            <a:extLst>
              <a:ext uri="{FF2B5EF4-FFF2-40B4-BE49-F238E27FC236}">
                <a16:creationId xmlns:a16="http://schemas.microsoft.com/office/drawing/2014/main" id="{D54604CC-EA3F-464F-B271-25C098E25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4D6A4B-6AE4-4903-A1C3-9475DBD8379F}"/>
              </a:ext>
            </a:extLst>
          </p:cNvPr>
          <p:cNvSpPr>
            <a:spLocks noGrp="1"/>
          </p:cNvSpPr>
          <p:nvPr>
            <p:ph type="sldNum" sz="quarter" idx="12"/>
          </p:nvPr>
        </p:nvSpPr>
        <p:spPr/>
        <p:txBody>
          <a:bodyPr/>
          <a:lstStyle/>
          <a:p>
            <a:fld id="{2BEC99B2-091B-4602-B586-CEBDEAB51DFC}" type="slidenum">
              <a:rPr lang="en-US" smtClean="0"/>
              <a:t>‹#›</a:t>
            </a:fld>
            <a:endParaRPr lang="en-US"/>
          </a:p>
        </p:txBody>
      </p:sp>
    </p:spTree>
    <p:extLst>
      <p:ext uri="{BB962C8B-B14F-4D97-AF65-F5344CB8AC3E}">
        <p14:creationId xmlns:p14="http://schemas.microsoft.com/office/powerpoint/2010/main" val="3117705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71B722-C33B-4410-9E21-71B4D8135C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591DC5-B0F4-4958-9A9D-AA8EA5E89B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4C7B30-42CE-43C7-9CD7-A1C31820A61A}"/>
              </a:ext>
            </a:extLst>
          </p:cNvPr>
          <p:cNvSpPr>
            <a:spLocks noGrp="1"/>
          </p:cNvSpPr>
          <p:nvPr>
            <p:ph type="dt" sz="half" idx="10"/>
          </p:nvPr>
        </p:nvSpPr>
        <p:spPr/>
        <p:txBody>
          <a:bodyPr/>
          <a:lstStyle/>
          <a:p>
            <a:fld id="{F98B8BB6-3A9C-4FD9-A0E2-436FF6BA354D}" type="datetimeFigureOut">
              <a:rPr lang="en-US" smtClean="0"/>
              <a:t>7/15/2024</a:t>
            </a:fld>
            <a:endParaRPr lang="en-US"/>
          </a:p>
        </p:txBody>
      </p:sp>
      <p:sp>
        <p:nvSpPr>
          <p:cNvPr id="5" name="Footer Placeholder 4">
            <a:extLst>
              <a:ext uri="{FF2B5EF4-FFF2-40B4-BE49-F238E27FC236}">
                <a16:creationId xmlns:a16="http://schemas.microsoft.com/office/drawing/2014/main" id="{D3EB6BF4-90A3-471A-84E8-25DBB0611D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2FFE59-0383-4D77-BB10-19E276A55BD7}"/>
              </a:ext>
            </a:extLst>
          </p:cNvPr>
          <p:cNvSpPr>
            <a:spLocks noGrp="1"/>
          </p:cNvSpPr>
          <p:nvPr>
            <p:ph type="sldNum" sz="quarter" idx="12"/>
          </p:nvPr>
        </p:nvSpPr>
        <p:spPr/>
        <p:txBody>
          <a:bodyPr/>
          <a:lstStyle/>
          <a:p>
            <a:fld id="{2BEC99B2-091B-4602-B586-CEBDEAB51DFC}" type="slidenum">
              <a:rPr lang="en-US" smtClean="0"/>
              <a:t>‹#›</a:t>
            </a:fld>
            <a:endParaRPr lang="en-US"/>
          </a:p>
        </p:txBody>
      </p:sp>
    </p:spTree>
    <p:extLst>
      <p:ext uri="{BB962C8B-B14F-4D97-AF65-F5344CB8AC3E}">
        <p14:creationId xmlns:p14="http://schemas.microsoft.com/office/powerpoint/2010/main" val="2707095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si PPT - Alt 1">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82137" y="245661"/>
            <a:ext cx="11423176" cy="858912"/>
          </a:xfrm>
        </p:spPr>
        <p:txBody>
          <a:bodyPr>
            <a:noAutofit/>
          </a:bodyPr>
          <a:lstStyle>
            <a:lvl1pPr>
              <a:defRPr sz="5400">
                <a:solidFill>
                  <a:srgbClr val="404040"/>
                </a:solidFill>
              </a:defRPr>
            </a:lvl1pPr>
          </a:lstStyle>
          <a:p>
            <a:r>
              <a:rPr lang="en-US" dirty="0"/>
              <a:t>JUDUL</a:t>
            </a:r>
          </a:p>
        </p:txBody>
      </p:sp>
      <p:sp>
        <p:nvSpPr>
          <p:cNvPr id="9" name="Content Placeholder 2"/>
          <p:cNvSpPr>
            <a:spLocks noGrp="1"/>
          </p:cNvSpPr>
          <p:nvPr>
            <p:ph idx="1"/>
          </p:nvPr>
        </p:nvSpPr>
        <p:spPr>
          <a:xfrm>
            <a:off x="382137" y="1104572"/>
            <a:ext cx="11423176" cy="5388303"/>
          </a:xfrm>
        </p:spPr>
        <p:txBody>
          <a:bodyPr>
            <a:noAutofit/>
          </a:bodyPr>
          <a:lstStyle>
            <a:lvl1pPr marL="0" indent="0">
              <a:buNone/>
              <a:defRPr sz="3600">
                <a:solidFill>
                  <a:schemeClr val="bg2">
                    <a:lumMod val="50000"/>
                  </a:schemeClr>
                </a:solidFill>
              </a:defRPr>
            </a:lvl1pPr>
            <a:lvl2pPr marL="457200" indent="0">
              <a:buNone/>
              <a:defRPr sz="3200">
                <a:solidFill>
                  <a:schemeClr val="bg2">
                    <a:lumMod val="50000"/>
                  </a:schemeClr>
                </a:solidFill>
              </a:defRPr>
            </a:lvl2pPr>
            <a:lvl3pPr marL="914400" indent="0">
              <a:buNone/>
              <a:defRPr sz="2800">
                <a:solidFill>
                  <a:schemeClr val="bg2">
                    <a:lumMod val="50000"/>
                  </a:schemeClr>
                </a:solidFill>
              </a:defRPr>
            </a:lvl3pPr>
            <a:lvl4pPr marL="1371600" indent="0">
              <a:buNone/>
              <a:defRPr/>
            </a:lvl4pPr>
            <a:lvl5pPr marL="1828800" indent="0">
              <a:buNone/>
              <a:defRPr/>
            </a:lvl5pPr>
          </a:lstStyle>
          <a:p>
            <a:pPr lvl="0"/>
            <a:r>
              <a:rPr lang="en-US" dirty="0"/>
              <a:t>Click to edit Master text styles</a:t>
            </a:r>
          </a:p>
          <a:p>
            <a:pPr lvl="1"/>
            <a:r>
              <a:rPr lang="en-US" dirty="0"/>
              <a:t>Second level</a:t>
            </a:r>
          </a:p>
          <a:p>
            <a:pPr lvl="2"/>
            <a:r>
              <a:rPr lang="en-US" dirty="0"/>
              <a:t>Third level</a:t>
            </a:r>
          </a:p>
        </p:txBody>
      </p:sp>
      <p:sp>
        <p:nvSpPr>
          <p:cNvPr id="5" name="Right Triangle 4"/>
          <p:cNvSpPr/>
          <p:nvPr userDrawn="1"/>
        </p:nvSpPr>
        <p:spPr>
          <a:xfrm rot="10800000">
            <a:off x="11212036" y="-249"/>
            <a:ext cx="979963" cy="979963"/>
          </a:xfrm>
          <a:prstGeom prst="rtTriangle">
            <a:avLst/>
          </a:prstGeom>
          <a:solidFill>
            <a:srgbClr val="A83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p:cNvSpPr txBox="1">
            <a:spLocks/>
          </p:cNvSpPr>
          <p:nvPr userDrawn="1"/>
        </p:nvSpPr>
        <p:spPr>
          <a:xfrm>
            <a:off x="11599817" y="124608"/>
            <a:ext cx="535451" cy="365125"/>
          </a:xfrm>
          <a:prstGeom prst="rect">
            <a:avLst/>
          </a:prstGeom>
        </p:spPr>
        <p:txBody>
          <a:bodyPr/>
          <a:lstStyle>
            <a:defPPr>
              <a:defRPr lang="en-US"/>
            </a:defPPr>
            <a:lvl1pPr marL="0" algn="r" defTabSz="914400" rtl="0" eaLnBrk="1" latinLnBrk="0" hangingPunct="1">
              <a:defRPr sz="1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5F200F7-E028-44A3-AEA5-2850C9D9EECB}" type="slidenum">
              <a:rPr lang="en-US" b="1" smtClean="0">
                <a:solidFill>
                  <a:schemeClr val="bg1"/>
                </a:solidFill>
              </a:rPr>
              <a:pPr/>
              <a:t>‹#›</a:t>
            </a:fld>
            <a:endParaRPr lang="en-US" b="1" dirty="0">
              <a:solidFill>
                <a:schemeClr val="bg1"/>
              </a:solidFill>
            </a:endParaRPr>
          </a:p>
        </p:txBody>
      </p:sp>
      <p:sp>
        <p:nvSpPr>
          <p:cNvPr id="7" name="Footer Placeholder 4"/>
          <p:cNvSpPr>
            <a:spLocks noGrp="1"/>
          </p:cNvSpPr>
          <p:nvPr>
            <p:ph type="ftr" sz="quarter" idx="11"/>
          </p:nvPr>
        </p:nvSpPr>
        <p:spPr>
          <a:xfrm>
            <a:off x="156755" y="6492875"/>
            <a:ext cx="2573382" cy="365125"/>
          </a:xfrm>
          <a:prstGeom prst="rect">
            <a:avLst/>
          </a:prstGeom>
        </p:spPr>
        <p:txBody>
          <a:bodyPr/>
          <a:lstStyle>
            <a:lvl1pPr>
              <a:defRPr sz="1100">
                <a:solidFill>
                  <a:srgbClr val="545454"/>
                </a:solidFill>
                <a:latin typeface="Brutal Type" panose="02000603020000020004" pitchFamily="50" charset="0"/>
              </a:defRPr>
            </a:lvl1pPr>
          </a:lstStyle>
          <a:p>
            <a:r>
              <a:rPr lang="en-US" dirty="0"/>
              <a:t>2112KMSB01</a:t>
            </a:r>
            <a:endParaRPr lang="en-US" dirty="0">
              <a:latin typeface="Brutal Type" panose="02000603020000020004" pitchFamily="50" charset="0"/>
            </a:endParaRPr>
          </a:p>
        </p:txBody>
      </p:sp>
    </p:spTree>
    <p:extLst>
      <p:ext uri="{BB962C8B-B14F-4D97-AF65-F5344CB8AC3E}">
        <p14:creationId xmlns:p14="http://schemas.microsoft.com/office/powerpoint/2010/main" val="1714941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5DA553-388C-4A7F-931C-77B9CE5C89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EACE1A-9219-45CA-8AC4-CC76798073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FC37D-A8AA-4078-960F-1CA01A1387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8B8BB6-3A9C-4FD9-A0E2-436FF6BA354D}" type="datetimeFigureOut">
              <a:rPr lang="en-US" smtClean="0"/>
              <a:t>7/15/2024</a:t>
            </a:fld>
            <a:endParaRPr lang="en-US"/>
          </a:p>
        </p:txBody>
      </p:sp>
      <p:sp>
        <p:nvSpPr>
          <p:cNvPr id="5" name="Footer Placeholder 4">
            <a:extLst>
              <a:ext uri="{FF2B5EF4-FFF2-40B4-BE49-F238E27FC236}">
                <a16:creationId xmlns:a16="http://schemas.microsoft.com/office/drawing/2014/main" id="{EC598DE3-FEFD-4E66-AB57-DED9DC8B8C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CFB1CBA-4D63-475E-96B5-DBD00C9162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EC99B2-091B-4602-B586-CEBDEAB51DFC}" type="slidenum">
              <a:rPr lang="en-US" smtClean="0"/>
              <a:t>‹#›</a:t>
            </a:fld>
            <a:endParaRPr lang="en-US"/>
          </a:p>
        </p:txBody>
      </p:sp>
    </p:spTree>
    <p:extLst>
      <p:ext uri="{BB962C8B-B14F-4D97-AF65-F5344CB8AC3E}">
        <p14:creationId xmlns:p14="http://schemas.microsoft.com/office/powerpoint/2010/main" val="7420811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37002" y="4259813"/>
            <a:ext cx="6215514" cy="830997"/>
          </a:xfrm>
          <a:prstGeom prst="rect">
            <a:avLst/>
          </a:prstGeom>
          <a:noFill/>
        </p:spPr>
        <p:txBody>
          <a:bodyPr wrap="square" rtlCol="0">
            <a:spAutoFit/>
          </a:bodyPr>
          <a:lstStyle/>
          <a:p>
            <a:pPr algn="ctr"/>
            <a:r>
              <a:rPr lang="en-US" sz="2400" b="1" dirty="0"/>
              <a:t>Mohammad Nasucha, S.T., M.Sc., Ph.D.</a:t>
            </a:r>
            <a:endParaRPr lang="id-ID" sz="2400" b="1" dirty="0"/>
          </a:p>
          <a:p>
            <a:pPr algn="ctr"/>
            <a:endParaRPr lang="id-ID" sz="2400" b="1" dirty="0"/>
          </a:p>
        </p:txBody>
      </p:sp>
      <p:sp>
        <p:nvSpPr>
          <p:cNvPr id="6" name="TextBox 5"/>
          <p:cNvSpPr txBox="1"/>
          <p:nvPr/>
        </p:nvSpPr>
        <p:spPr>
          <a:xfrm>
            <a:off x="3320658" y="5379485"/>
            <a:ext cx="4648200" cy="584775"/>
          </a:xfrm>
          <a:prstGeom prst="rect">
            <a:avLst/>
          </a:prstGeom>
          <a:noFill/>
        </p:spPr>
        <p:txBody>
          <a:bodyPr wrap="square" rtlCol="0">
            <a:spAutoFit/>
          </a:bodyPr>
          <a:lstStyle/>
          <a:p>
            <a:pPr algn="ctr"/>
            <a:r>
              <a:rPr lang="en-US" sz="1600" b="1" dirty="0"/>
              <a:t>Program </a:t>
            </a:r>
            <a:r>
              <a:rPr lang="en-US" sz="1600" b="1" dirty="0" err="1"/>
              <a:t>Studi</a:t>
            </a:r>
            <a:r>
              <a:rPr lang="en-US" sz="1600" b="1" dirty="0"/>
              <a:t> </a:t>
            </a:r>
            <a:r>
              <a:rPr lang="en-US" sz="1600" b="1" dirty="0" err="1"/>
              <a:t>Informatika</a:t>
            </a:r>
            <a:endParaRPr lang="en-US" sz="1600" b="1" dirty="0"/>
          </a:p>
          <a:p>
            <a:pPr algn="ctr"/>
            <a:r>
              <a:rPr lang="en-US" sz="1600" b="1" dirty="0"/>
              <a:t>Universitas Pembangunan Jaya</a:t>
            </a:r>
            <a:endParaRPr lang="id-ID" sz="1600" b="1" dirty="0"/>
          </a:p>
        </p:txBody>
      </p:sp>
      <p:sp>
        <p:nvSpPr>
          <p:cNvPr id="13" name="TextBox 12"/>
          <p:cNvSpPr txBox="1"/>
          <p:nvPr/>
        </p:nvSpPr>
        <p:spPr>
          <a:xfrm flipH="1">
            <a:off x="707225" y="627685"/>
            <a:ext cx="9875067" cy="1569660"/>
          </a:xfrm>
          <a:prstGeom prst="rect">
            <a:avLst/>
          </a:prstGeom>
          <a:noFill/>
        </p:spPr>
        <p:txBody>
          <a:bodyPr wrap="square" rtlCol="0">
            <a:spAutoFit/>
          </a:bodyPr>
          <a:lstStyle/>
          <a:p>
            <a:pPr algn="ctr"/>
            <a:r>
              <a:rPr lang="en-US" sz="6000" dirty="0"/>
              <a:t>Pengenalan Pola</a:t>
            </a:r>
          </a:p>
          <a:p>
            <a:pPr algn="ctr"/>
            <a:r>
              <a:rPr lang="en-US" sz="3600" i="1" dirty="0"/>
              <a:t>Pattern Recognition</a:t>
            </a:r>
          </a:p>
        </p:txBody>
      </p:sp>
      <p:pic>
        <p:nvPicPr>
          <p:cNvPr id="8" name="Picture 7">
            <a:extLst>
              <a:ext uri="{FF2B5EF4-FFF2-40B4-BE49-F238E27FC236}">
                <a16:creationId xmlns:a16="http://schemas.microsoft.com/office/drawing/2014/main" id="{AFD47666-9379-4BEE-9E25-DCD10A193555}"/>
              </a:ext>
            </a:extLst>
          </p:cNvPr>
          <p:cNvPicPr/>
          <p:nvPr/>
        </p:nvPicPr>
        <p:blipFill>
          <a:blip r:embed="rId2"/>
          <a:stretch>
            <a:fillRect/>
          </a:stretch>
        </p:blipFill>
        <p:spPr>
          <a:xfrm>
            <a:off x="9654998" y="4732985"/>
            <a:ext cx="1685925" cy="1497330"/>
          </a:xfrm>
          <a:prstGeom prst="rect">
            <a:avLst/>
          </a:prstGeom>
        </p:spPr>
      </p:pic>
    </p:spTree>
    <p:extLst>
      <p:ext uri="{BB962C8B-B14F-4D97-AF65-F5344CB8AC3E}">
        <p14:creationId xmlns:p14="http://schemas.microsoft.com/office/powerpoint/2010/main" val="3113719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8CB2609-5FB0-4496-A04E-7B6959664E39}"/>
              </a:ext>
            </a:extLst>
          </p:cNvPr>
          <p:cNvSpPr>
            <a:spLocks noGrp="1"/>
          </p:cNvSpPr>
          <p:nvPr>
            <p:ph type="subTitle" idx="1"/>
          </p:nvPr>
        </p:nvSpPr>
        <p:spPr>
          <a:xfrm>
            <a:off x="1393371" y="1930153"/>
            <a:ext cx="10069285" cy="3546519"/>
          </a:xfrm>
        </p:spPr>
        <p:txBody>
          <a:bodyPr>
            <a:noAutofit/>
          </a:bodyPr>
          <a:lstStyle/>
          <a:p>
            <a:pPr algn="l"/>
            <a:r>
              <a:rPr lang="en-US" sz="3200" b="1" dirty="0">
                <a:solidFill>
                  <a:srgbClr val="00B0F0"/>
                </a:solidFill>
                <a:latin typeface="+mj-lt"/>
              </a:rPr>
              <a:t>M07</a:t>
            </a:r>
          </a:p>
          <a:p>
            <a:pPr algn="l"/>
            <a:r>
              <a:rPr lang="en-US" sz="3200" b="1" dirty="0">
                <a:solidFill>
                  <a:srgbClr val="00B0F0"/>
                </a:solidFill>
                <a:latin typeface="+mj-lt"/>
              </a:rPr>
              <a:t>Object Classification Using Artificial Neural Network (1)</a:t>
            </a:r>
          </a:p>
          <a:p>
            <a:pPr marL="514350" indent="-514350" algn="l">
              <a:buAutoNum type="arabicPeriod"/>
            </a:pPr>
            <a:r>
              <a:rPr lang="en-US" sz="3200" b="1" dirty="0">
                <a:solidFill>
                  <a:srgbClr val="00B0F0"/>
                </a:solidFill>
                <a:latin typeface="+mj-lt"/>
              </a:rPr>
              <a:t>Introduction to ANN</a:t>
            </a:r>
          </a:p>
          <a:p>
            <a:pPr marL="514350" indent="-514350" algn="l">
              <a:buAutoNum type="arabicPeriod"/>
            </a:pPr>
            <a:r>
              <a:rPr lang="en-US" sz="3200" b="1" dirty="0">
                <a:solidFill>
                  <a:srgbClr val="00B0F0"/>
                </a:solidFill>
                <a:latin typeface="+mj-lt"/>
              </a:rPr>
              <a:t>What is Object Classification?</a:t>
            </a:r>
          </a:p>
          <a:p>
            <a:pPr marL="514350" indent="-514350" algn="l">
              <a:buAutoNum type="arabicPeriod"/>
            </a:pPr>
            <a:r>
              <a:rPr lang="en-US" sz="3200" b="1" dirty="0">
                <a:solidFill>
                  <a:srgbClr val="00B0F0"/>
                </a:solidFill>
                <a:latin typeface="+mj-lt"/>
              </a:rPr>
              <a:t>Understanding the ANN in Details</a:t>
            </a:r>
          </a:p>
          <a:p>
            <a:pPr marL="514350" indent="-514350" algn="l">
              <a:buAutoNum type="arabicPeriod"/>
            </a:pPr>
            <a:r>
              <a:rPr lang="en-US" sz="3200" b="1" dirty="0">
                <a:solidFill>
                  <a:schemeClr val="bg1">
                    <a:lumMod val="75000"/>
                  </a:schemeClr>
                </a:solidFill>
                <a:latin typeface="+mj-lt"/>
              </a:rPr>
              <a:t>Designing an ANN Model</a:t>
            </a:r>
          </a:p>
          <a:p>
            <a:pPr marL="514350" indent="-514350" algn="l">
              <a:buFont typeface="Arial" panose="020B0604020202020204" pitchFamily="34" charset="0"/>
              <a:buAutoNum type="arabicPeriod"/>
            </a:pPr>
            <a:r>
              <a:rPr lang="en-US" sz="3200" b="1" dirty="0">
                <a:solidFill>
                  <a:schemeClr val="bg1">
                    <a:lumMod val="75000"/>
                  </a:schemeClr>
                </a:solidFill>
                <a:latin typeface="+mj-lt"/>
              </a:rPr>
              <a:t>Realizing the ANN Model in Programming</a:t>
            </a:r>
          </a:p>
          <a:p>
            <a:pPr marL="514350" indent="-514350" algn="l">
              <a:buAutoNum type="arabicPeriod"/>
            </a:pPr>
            <a:endParaRPr lang="en-US" sz="3200" b="1" dirty="0">
              <a:solidFill>
                <a:schemeClr val="bg1">
                  <a:lumMod val="75000"/>
                </a:schemeClr>
              </a:solidFill>
              <a:latin typeface="+mj-lt"/>
            </a:endParaRPr>
          </a:p>
          <a:p>
            <a:pPr algn="l"/>
            <a:endParaRPr lang="en-US" sz="3200" b="1" dirty="0">
              <a:solidFill>
                <a:srgbClr val="00B0F0"/>
              </a:solidFill>
              <a:latin typeface="+mj-lt"/>
            </a:endParaRPr>
          </a:p>
          <a:p>
            <a:pPr algn="l"/>
            <a:endParaRPr lang="en-US" sz="3200" b="1" dirty="0">
              <a:solidFill>
                <a:srgbClr val="00B0F0"/>
              </a:solidFill>
              <a:latin typeface="+mj-lt"/>
            </a:endParaRPr>
          </a:p>
        </p:txBody>
      </p:sp>
    </p:spTree>
    <p:extLst>
      <p:ext uri="{BB962C8B-B14F-4D97-AF65-F5344CB8AC3E}">
        <p14:creationId xmlns:p14="http://schemas.microsoft.com/office/powerpoint/2010/main" val="843407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8CB2609-5FB0-4496-A04E-7B6959664E39}"/>
              </a:ext>
            </a:extLst>
          </p:cNvPr>
          <p:cNvSpPr>
            <a:spLocks noGrp="1"/>
          </p:cNvSpPr>
          <p:nvPr>
            <p:ph type="subTitle" idx="1"/>
          </p:nvPr>
        </p:nvSpPr>
        <p:spPr>
          <a:xfrm>
            <a:off x="1393371" y="1930153"/>
            <a:ext cx="10069285" cy="3546519"/>
          </a:xfrm>
        </p:spPr>
        <p:txBody>
          <a:bodyPr>
            <a:noAutofit/>
          </a:bodyPr>
          <a:lstStyle/>
          <a:p>
            <a:pPr algn="l"/>
            <a:r>
              <a:rPr lang="en-US" sz="3200" b="1" dirty="0">
                <a:solidFill>
                  <a:srgbClr val="00B0F0"/>
                </a:solidFill>
                <a:latin typeface="+mj-lt"/>
              </a:rPr>
              <a:t>M07</a:t>
            </a:r>
          </a:p>
          <a:p>
            <a:pPr algn="l"/>
            <a:r>
              <a:rPr lang="en-US" sz="3200" b="1" dirty="0">
                <a:solidFill>
                  <a:srgbClr val="00B0F0"/>
                </a:solidFill>
                <a:latin typeface="+mj-lt"/>
              </a:rPr>
              <a:t>Object Classification Using Artificial Neural Network (1)</a:t>
            </a:r>
          </a:p>
          <a:p>
            <a:pPr marL="514350" indent="-514350" algn="l">
              <a:buAutoNum type="arabicPeriod"/>
            </a:pPr>
            <a:r>
              <a:rPr lang="en-US" sz="3200" b="1" dirty="0">
                <a:solidFill>
                  <a:srgbClr val="00B0F0"/>
                </a:solidFill>
                <a:latin typeface="+mj-lt"/>
              </a:rPr>
              <a:t>Introduction to ANN</a:t>
            </a:r>
          </a:p>
          <a:p>
            <a:pPr marL="514350" indent="-514350" algn="l">
              <a:buAutoNum type="arabicPeriod"/>
            </a:pPr>
            <a:r>
              <a:rPr lang="en-US" sz="3200" b="1" dirty="0">
                <a:solidFill>
                  <a:schemeClr val="bg1">
                    <a:lumMod val="75000"/>
                  </a:schemeClr>
                </a:solidFill>
                <a:latin typeface="+mj-lt"/>
              </a:rPr>
              <a:t>What is Object Classification?</a:t>
            </a:r>
          </a:p>
          <a:p>
            <a:pPr marL="514350" indent="-514350" algn="l">
              <a:buAutoNum type="arabicPeriod"/>
            </a:pPr>
            <a:r>
              <a:rPr lang="en-US" sz="3200" b="1" dirty="0">
                <a:solidFill>
                  <a:schemeClr val="bg1">
                    <a:lumMod val="75000"/>
                  </a:schemeClr>
                </a:solidFill>
                <a:latin typeface="+mj-lt"/>
              </a:rPr>
              <a:t>Understanding the ANN in Details</a:t>
            </a:r>
          </a:p>
          <a:p>
            <a:pPr marL="514350" indent="-514350" algn="l">
              <a:buAutoNum type="arabicPeriod"/>
            </a:pPr>
            <a:r>
              <a:rPr lang="en-US" sz="3200" b="1" dirty="0">
                <a:solidFill>
                  <a:schemeClr val="bg1">
                    <a:lumMod val="75000"/>
                  </a:schemeClr>
                </a:solidFill>
                <a:latin typeface="+mj-lt"/>
              </a:rPr>
              <a:t>Designing an ANN Model</a:t>
            </a:r>
          </a:p>
          <a:p>
            <a:pPr marL="514350" indent="-514350" algn="l">
              <a:buFont typeface="Arial" panose="020B0604020202020204" pitchFamily="34" charset="0"/>
              <a:buAutoNum type="arabicPeriod"/>
            </a:pPr>
            <a:r>
              <a:rPr lang="en-US" sz="3200" b="1" dirty="0">
                <a:solidFill>
                  <a:schemeClr val="bg1">
                    <a:lumMod val="75000"/>
                  </a:schemeClr>
                </a:solidFill>
                <a:latin typeface="+mj-lt"/>
              </a:rPr>
              <a:t>Realizing the ANN Model in Programming</a:t>
            </a:r>
          </a:p>
          <a:p>
            <a:pPr algn="l"/>
            <a:endParaRPr lang="en-US" sz="3200" b="1" dirty="0">
              <a:solidFill>
                <a:srgbClr val="00B0F0"/>
              </a:solidFill>
              <a:latin typeface="+mj-lt"/>
            </a:endParaRPr>
          </a:p>
          <a:p>
            <a:pPr algn="l"/>
            <a:endParaRPr lang="en-US" sz="3200" b="1" dirty="0">
              <a:solidFill>
                <a:srgbClr val="00B0F0"/>
              </a:solidFill>
              <a:latin typeface="+mj-lt"/>
            </a:endParaRPr>
          </a:p>
        </p:txBody>
      </p:sp>
    </p:spTree>
    <p:extLst>
      <p:ext uri="{BB962C8B-B14F-4D97-AF65-F5344CB8AC3E}">
        <p14:creationId xmlns:p14="http://schemas.microsoft.com/office/powerpoint/2010/main" val="3979051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6E7DAFEA-1F6F-48E3-BB1D-F57715ECA072}"/>
              </a:ext>
            </a:extLst>
          </p:cNvPr>
          <p:cNvSpPr txBox="1">
            <a:spLocks/>
          </p:cNvSpPr>
          <p:nvPr/>
        </p:nvSpPr>
        <p:spPr>
          <a:xfrm>
            <a:off x="457198" y="1019452"/>
            <a:ext cx="10497313" cy="736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mbria" panose="02040503050406030204" pitchFamily="18" charset="0"/>
              <a:cs typeface="Calibri" panose="020F0502020204030204" pitchFamily="34" charset="0"/>
            </a:endParaRPr>
          </a:p>
        </p:txBody>
      </p:sp>
      <p:sp>
        <p:nvSpPr>
          <p:cNvPr id="19" name="Content Placeholder 2">
            <a:extLst>
              <a:ext uri="{FF2B5EF4-FFF2-40B4-BE49-F238E27FC236}">
                <a16:creationId xmlns:a16="http://schemas.microsoft.com/office/drawing/2014/main" id="{C02B7B71-2253-499D-8E0F-C3B8F8C2279E}"/>
              </a:ext>
            </a:extLst>
          </p:cNvPr>
          <p:cNvSpPr>
            <a:spLocks noGrp="1"/>
          </p:cNvSpPr>
          <p:nvPr>
            <p:ph idx="1"/>
          </p:nvPr>
        </p:nvSpPr>
        <p:spPr>
          <a:xfrm>
            <a:off x="525183" y="303658"/>
            <a:ext cx="10875066" cy="638502"/>
          </a:xfrm>
        </p:spPr>
        <p:txBody>
          <a:bodyPr>
            <a:noAutofit/>
          </a:bodyPr>
          <a:lstStyle/>
          <a:p>
            <a:pPr marL="0" indent="0">
              <a:buNone/>
            </a:pP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rPr>
              <a:t>Introduction to (Artificial) Neural Network</a:t>
            </a:r>
          </a:p>
        </p:txBody>
      </p:sp>
      <p:sp>
        <p:nvSpPr>
          <p:cNvPr id="49" name="TextBox 48">
            <a:extLst>
              <a:ext uri="{FF2B5EF4-FFF2-40B4-BE49-F238E27FC236}">
                <a16:creationId xmlns:a16="http://schemas.microsoft.com/office/drawing/2014/main" id="{5EE46500-9E13-457D-8295-CE31CA418B4F}"/>
              </a:ext>
            </a:extLst>
          </p:cNvPr>
          <p:cNvSpPr txBox="1"/>
          <p:nvPr/>
        </p:nvSpPr>
        <p:spPr>
          <a:xfrm>
            <a:off x="525183" y="1105215"/>
            <a:ext cx="10429327" cy="5744650"/>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sz="2200" dirty="0">
                <a:solidFill>
                  <a:srgbClr val="404040"/>
                </a:solidFill>
                <a:latin typeface="Times New Roman" panose="02020603050405020304" pitchFamily="18" charset="0"/>
                <a:cs typeface="Times New Roman" panose="02020603050405020304" pitchFamily="18" charset="0"/>
              </a:rPr>
              <a:t>The </a:t>
            </a:r>
            <a:r>
              <a:rPr lang="en-US" sz="2200" b="1" dirty="0">
                <a:solidFill>
                  <a:srgbClr val="404040"/>
                </a:solidFill>
                <a:latin typeface="Times New Roman" panose="02020603050405020304" pitchFamily="18" charset="0"/>
                <a:cs typeface="Times New Roman" panose="02020603050405020304" pitchFamily="18" charset="0"/>
              </a:rPr>
              <a:t>neural network </a:t>
            </a:r>
            <a:r>
              <a:rPr lang="en-US" sz="2200" dirty="0">
                <a:solidFill>
                  <a:srgbClr val="404040"/>
                </a:solidFill>
                <a:latin typeface="Times New Roman" panose="02020603050405020304" pitchFamily="18" charset="0"/>
                <a:cs typeface="Times New Roman" panose="02020603050405020304" pitchFamily="18" charset="0"/>
              </a:rPr>
              <a:t>concept has been around for several decades, and it is difficult to attribute the invention of neural networks to a single person. </a:t>
            </a:r>
          </a:p>
          <a:p>
            <a:pPr marR="0" lvl="0" algn="just" defTabSz="541338" rtl="0" eaLnBrk="1" fontAlgn="auto" latinLnBrk="0" hangingPunct="1">
              <a:lnSpc>
                <a:spcPct val="120000"/>
              </a:lnSpc>
              <a:spcBef>
                <a:spcPts val="0"/>
              </a:spcBef>
              <a:spcAft>
                <a:spcPts val="0"/>
              </a:spcAft>
              <a:buClrTx/>
              <a:buSzTx/>
              <a:tabLst/>
              <a:defRPr/>
            </a:pPr>
            <a:endParaRPr lang="en-US" sz="2200"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sz="2200" dirty="0">
                <a:solidFill>
                  <a:srgbClr val="404040"/>
                </a:solidFill>
                <a:latin typeface="Times New Roman" panose="02020603050405020304" pitchFamily="18" charset="0"/>
                <a:cs typeface="Times New Roman" panose="02020603050405020304" pitchFamily="18" charset="0"/>
              </a:rPr>
              <a:t>However, the modern form of neural networks is usually attributed to the work of Warren McCulloch and Walter Pitts in the 1940s published in their paper "A Logical Calculus of the Ideas Immanent in Nervous Activity," published in the Bulletin of Mathematical Biophysics in 1943.</a:t>
            </a:r>
          </a:p>
          <a:p>
            <a:pPr marR="0" lvl="0" algn="just" defTabSz="541338" rtl="0" eaLnBrk="1" fontAlgn="auto" latinLnBrk="0" hangingPunct="1">
              <a:lnSpc>
                <a:spcPct val="120000"/>
              </a:lnSpc>
              <a:spcBef>
                <a:spcPts val="0"/>
              </a:spcBef>
              <a:spcAft>
                <a:spcPts val="0"/>
              </a:spcAft>
              <a:buClrTx/>
              <a:buSzTx/>
              <a:tabLst/>
              <a:defRPr/>
            </a:pPr>
            <a:endParaRPr lang="en-US" sz="2200"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sz="2200" dirty="0">
                <a:solidFill>
                  <a:srgbClr val="404040"/>
                </a:solidFill>
                <a:latin typeface="Times New Roman" panose="02020603050405020304" pitchFamily="18" charset="0"/>
                <a:cs typeface="Times New Roman" panose="02020603050405020304" pitchFamily="18" charset="0"/>
              </a:rPr>
              <a:t>In that paper, McCulloch and Pitts proposed a mathematical model of a neural network based on the workings of the brain. Their model consisted of simple binary threshold neurons, and it demonstrated that such a network could perform simple logical operations.</a:t>
            </a:r>
          </a:p>
          <a:p>
            <a:pPr marR="0" lvl="0" algn="just" defTabSz="541338" rtl="0" eaLnBrk="1" fontAlgn="auto" latinLnBrk="0" hangingPunct="1">
              <a:lnSpc>
                <a:spcPct val="120000"/>
              </a:lnSpc>
              <a:spcBef>
                <a:spcPts val="0"/>
              </a:spcBef>
              <a:spcAft>
                <a:spcPts val="0"/>
              </a:spcAft>
              <a:buClrTx/>
              <a:buSzTx/>
              <a:tabLst/>
              <a:defRPr/>
            </a:pPr>
            <a:endParaRPr lang="en-US" sz="2200"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sz="2200" dirty="0">
                <a:solidFill>
                  <a:srgbClr val="404040"/>
                </a:solidFill>
                <a:latin typeface="Times New Roman" panose="02020603050405020304" pitchFamily="18" charset="0"/>
                <a:cs typeface="Times New Roman" panose="02020603050405020304" pitchFamily="18" charset="0"/>
              </a:rPr>
              <a:t>On that idea, many researchers then have developed different types of neural networks, including CNN, </a:t>
            </a:r>
            <a:r>
              <a:rPr lang="en-US" sz="2200" dirty="0" err="1">
                <a:solidFill>
                  <a:srgbClr val="404040"/>
                </a:solidFill>
                <a:latin typeface="Times New Roman" panose="02020603050405020304" pitchFamily="18" charset="0"/>
                <a:cs typeface="Times New Roman" panose="02020603050405020304" pitchFamily="18" charset="0"/>
              </a:rPr>
              <a:t>RNN</a:t>
            </a:r>
            <a:r>
              <a:rPr lang="en-US" sz="2200" dirty="0">
                <a:solidFill>
                  <a:srgbClr val="404040"/>
                </a:solidFill>
                <a:latin typeface="Times New Roman" panose="02020603050405020304" pitchFamily="18" charset="0"/>
                <a:cs typeface="Times New Roman" panose="02020603050405020304" pitchFamily="18" charset="0"/>
              </a:rPr>
              <a:t> and LSTM.</a:t>
            </a:r>
          </a:p>
        </p:txBody>
      </p:sp>
    </p:spTree>
    <p:extLst>
      <p:ext uri="{BB962C8B-B14F-4D97-AF65-F5344CB8AC3E}">
        <p14:creationId xmlns:p14="http://schemas.microsoft.com/office/powerpoint/2010/main" val="1237413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6E7DAFEA-1F6F-48E3-BB1D-F57715ECA072}"/>
              </a:ext>
            </a:extLst>
          </p:cNvPr>
          <p:cNvSpPr txBox="1">
            <a:spLocks/>
          </p:cNvSpPr>
          <p:nvPr/>
        </p:nvSpPr>
        <p:spPr>
          <a:xfrm>
            <a:off x="457198" y="1019452"/>
            <a:ext cx="10497313" cy="736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mbria" panose="02040503050406030204" pitchFamily="18" charset="0"/>
              <a:cs typeface="Calibri" panose="020F0502020204030204" pitchFamily="34" charset="0"/>
            </a:endParaRPr>
          </a:p>
        </p:txBody>
      </p:sp>
      <p:sp>
        <p:nvSpPr>
          <p:cNvPr id="19" name="Content Placeholder 2">
            <a:extLst>
              <a:ext uri="{FF2B5EF4-FFF2-40B4-BE49-F238E27FC236}">
                <a16:creationId xmlns:a16="http://schemas.microsoft.com/office/drawing/2014/main" id="{C02B7B71-2253-499D-8E0F-C3B8F8C2279E}"/>
              </a:ext>
            </a:extLst>
          </p:cNvPr>
          <p:cNvSpPr>
            <a:spLocks noGrp="1"/>
          </p:cNvSpPr>
          <p:nvPr>
            <p:ph idx="1"/>
          </p:nvPr>
        </p:nvSpPr>
        <p:spPr>
          <a:xfrm>
            <a:off x="525183" y="303658"/>
            <a:ext cx="10875066" cy="638502"/>
          </a:xfrm>
        </p:spPr>
        <p:txBody>
          <a:bodyPr>
            <a:noAutofit/>
          </a:bodyPr>
          <a:lstStyle/>
          <a:p>
            <a:pPr marL="0" indent="0">
              <a:buNone/>
            </a:pP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rPr>
              <a:t>Introduction to ANN</a:t>
            </a:r>
          </a:p>
        </p:txBody>
      </p:sp>
      <p:sp>
        <p:nvSpPr>
          <p:cNvPr id="49" name="TextBox 48">
            <a:extLst>
              <a:ext uri="{FF2B5EF4-FFF2-40B4-BE49-F238E27FC236}">
                <a16:creationId xmlns:a16="http://schemas.microsoft.com/office/drawing/2014/main" id="{5EE46500-9E13-457D-8295-CE31CA418B4F}"/>
              </a:ext>
            </a:extLst>
          </p:cNvPr>
          <p:cNvSpPr txBox="1"/>
          <p:nvPr/>
        </p:nvSpPr>
        <p:spPr>
          <a:xfrm>
            <a:off x="525183" y="1105215"/>
            <a:ext cx="10429327" cy="5815246"/>
          </a:xfrm>
          <a:prstGeom prst="rect">
            <a:avLst/>
          </a:prstGeom>
          <a:noFill/>
        </p:spPr>
        <p:txBody>
          <a:bodyPr wrap="square">
            <a:spAutoFit/>
          </a:bodyPr>
          <a:lstStyle/>
          <a:p>
            <a:pPr marL="342900" marR="0" lvl="0" indent="-342900" algn="just" defTabSz="541338" rtl="0" eaLnBrk="1" fontAlgn="auto" latinLnBrk="0" hangingPunct="1">
              <a:lnSpc>
                <a:spcPct val="120000"/>
              </a:lnSpc>
              <a:spcBef>
                <a:spcPts val="0"/>
              </a:spcBef>
              <a:spcAft>
                <a:spcPts val="0"/>
              </a:spcAft>
              <a:buClrTx/>
              <a:buSzTx/>
              <a:buFont typeface="Wingdings" panose="05000000000000000000" pitchFamily="2" charset="2"/>
              <a:buChar char="§"/>
              <a:tabLst/>
              <a:defRPr/>
            </a:pPr>
            <a:r>
              <a:rPr lang="en-US" sz="2400" dirty="0">
                <a:solidFill>
                  <a:srgbClr val="404040"/>
                </a:solidFill>
                <a:latin typeface="Times New Roman" panose="02020603050405020304" pitchFamily="18" charset="0"/>
                <a:cs typeface="Times New Roman" panose="02020603050405020304" pitchFamily="18" charset="0"/>
              </a:rPr>
              <a:t>The word “Artificial Neural Network (ANN)” is the new term for the “Neural Network (NN)”.</a:t>
            </a:r>
          </a:p>
          <a:p>
            <a:pPr marL="342900" marR="0" lvl="0" indent="-342900" algn="just" defTabSz="541338" rtl="0" eaLnBrk="1" fontAlgn="auto" latinLnBrk="0" hangingPunct="1">
              <a:lnSpc>
                <a:spcPct val="120000"/>
              </a:lnSpc>
              <a:spcBef>
                <a:spcPts val="0"/>
              </a:spcBef>
              <a:spcAft>
                <a:spcPts val="0"/>
              </a:spcAft>
              <a:buClrTx/>
              <a:buSzTx/>
              <a:buFont typeface="Wingdings" panose="05000000000000000000" pitchFamily="2" charset="2"/>
              <a:buChar char="§"/>
              <a:tabLst/>
              <a:defRPr/>
            </a:pPr>
            <a:r>
              <a:rPr lang="en-US" sz="2400" dirty="0">
                <a:solidFill>
                  <a:srgbClr val="404040"/>
                </a:solidFill>
                <a:latin typeface="Times New Roman" panose="02020603050405020304" pitchFamily="18" charset="0"/>
                <a:cs typeface="Times New Roman" panose="02020603050405020304" pitchFamily="18" charset="0"/>
              </a:rPr>
              <a:t>ANN is the core algorithm for deep learning.</a:t>
            </a:r>
          </a:p>
          <a:p>
            <a:pPr marL="342900" indent="-342900" algn="just" defTabSz="541338">
              <a:lnSpc>
                <a:spcPct val="120000"/>
              </a:lnSpc>
              <a:buFont typeface="Wingdings" panose="05000000000000000000" pitchFamily="2" charset="2"/>
              <a:buChar char="§"/>
              <a:defRPr/>
            </a:pPr>
            <a:r>
              <a:rPr lang="en-US" sz="2400" dirty="0">
                <a:solidFill>
                  <a:srgbClr val="404040"/>
                </a:solidFill>
                <a:latin typeface="Times New Roman" panose="02020603050405020304" pitchFamily="18" charset="0"/>
                <a:cs typeface="Times New Roman" panose="02020603050405020304" pitchFamily="18" charset="0"/>
              </a:rPr>
              <a:t>In general ANN is used for object detection, object classification /  recognition, and data prediction.</a:t>
            </a:r>
          </a:p>
          <a:p>
            <a:pPr marL="342900" indent="-342900" algn="just" defTabSz="541338">
              <a:lnSpc>
                <a:spcPct val="120000"/>
              </a:lnSpc>
              <a:buFont typeface="Wingdings" panose="05000000000000000000" pitchFamily="2" charset="2"/>
              <a:buChar char="§"/>
              <a:defRPr/>
            </a:pPr>
            <a:r>
              <a:rPr lang="en-US" sz="2400" dirty="0">
                <a:solidFill>
                  <a:srgbClr val="404040"/>
                </a:solidFill>
                <a:latin typeface="Times New Roman" panose="02020603050405020304" pitchFamily="18" charset="0"/>
                <a:cs typeface="Times New Roman" panose="02020603050405020304" pitchFamily="18" charset="0"/>
              </a:rPr>
              <a:t>The branches of ANN includes Convolutional Neural Network (CNN), Recurrent Neural Network (</a:t>
            </a:r>
            <a:r>
              <a:rPr lang="en-US" sz="2400" dirty="0" err="1">
                <a:solidFill>
                  <a:srgbClr val="404040"/>
                </a:solidFill>
                <a:latin typeface="Times New Roman" panose="02020603050405020304" pitchFamily="18" charset="0"/>
                <a:cs typeface="Times New Roman" panose="02020603050405020304" pitchFamily="18" charset="0"/>
              </a:rPr>
              <a:t>RNN</a:t>
            </a:r>
            <a:r>
              <a:rPr lang="en-US" sz="2400" dirty="0">
                <a:solidFill>
                  <a:srgbClr val="404040"/>
                </a:solidFill>
                <a:latin typeface="Times New Roman" panose="02020603050405020304" pitchFamily="18" charset="0"/>
                <a:cs typeface="Times New Roman" panose="02020603050405020304" pitchFamily="18" charset="0"/>
              </a:rPr>
              <a:t>), and Long Short-Term Memory (LSTM). The LSTM itself is a branch of the </a:t>
            </a:r>
            <a:r>
              <a:rPr lang="en-US" sz="2400" dirty="0" err="1">
                <a:solidFill>
                  <a:srgbClr val="404040"/>
                </a:solidFill>
                <a:latin typeface="Times New Roman" panose="02020603050405020304" pitchFamily="18" charset="0"/>
                <a:cs typeface="Times New Roman" panose="02020603050405020304" pitchFamily="18" charset="0"/>
              </a:rPr>
              <a:t>RNN</a:t>
            </a:r>
            <a:r>
              <a:rPr lang="en-US" sz="2400" dirty="0">
                <a:solidFill>
                  <a:srgbClr val="404040"/>
                </a:solidFill>
                <a:latin typeface="Times New Roman" panose="02020603050405020304" pitchFamily="18" charset="0"/>
                <a:cs typeface="Times New Roman" panose="02020603050405020304" pitchFamily="18" charset="0"/>
              </a:rPr>
              <a:t>.</a:t>
            </a:r>
          </a:p>
          <a:p>
            <a:pPr marL="342900" indent="-342900" algn="just" defTabSz="541338">
              <a:lnSpc>
                <a:spcPct val="120000"/>
              </a:lnSpc>
              <a:buFont typeface="Wingdings" panose="05000000000000000000" pitchFamily="2" charset="2"/>
              <a:buChar char="§"/>
              <a:defRPr/>
            </a:pPr>
            <a:r>
              <a:rPr lang="en-US" sz="2400" dirty="0">
                <a:solidFill>
                  <a:srgbClr val="404040"/>
                </a:solidFill>
                <a:latin typeface="Times New Roman" panose="02020603050405020304" pitchFamily="18" charset="0"/>
                <a:cs typeface="Times New Roman" panose="02020603050405020304" pitchFamily="18" charset="0"/>
              </a:rPr>
              <a:t>CNN is commonly used for object classification / recognition </a:t>
            </a:r>
            <a:r>
              <a:rPr lang="en-US" sz="2400" dirty="0">
                <a:solidFill>
                  <a:srgbClr val="404040"/>
                </a:solidFill>
                <a:latin typeface="Times New Roman" panose="02020603050405020304" pitchFamily="18" charset="0"/>
                <a:cs typeface="Times New Roman" panose="02020603050405020304" pitchFamily="18" charset="0"/>
                <a:sym typeface="Wingdings" panose="05000000000000000000" pitchFamily="2" charset="2"/>
              </a:rPr>
              <a:t>(computer vision).</a:t>
            </a:r>
          </a:p>
          <a:p>
            <a:pPr marL="342900" indent="-342900" algn="just" defTabSz="541338">
              <a:lnSpc>
                <a:spcPct val="120000"/>
              </a:lnSpc>
              <a:buFont typeface="Wingdings" panose="05000000000000000000" pitchFamily="2" charset="2"/>
              <a:buChar char="§"/>
              <a:defRPr/>
            </a:pPr>
            <a:r>
              <a:rPr lang="en-US" sz="2400" dirty="0" err="1">
                <a:solidFill>
                  <a:srgbClr val="404040"/>
                </a:solidFill>
                <a:latin typeface="Times New Roman" panose="02020603050405020304" pitchFamily="18" charset="0"/>
                <a:cs typeface="Times New Roman" panose="02020603050405020304" pitchFamily="18" charset="0"/>
                <a:sym typeface="Wingdings" panose="05000000000000000000" pitchFamily="2" charset="2"/>
              </a:rPr>
              <a:t>RNN</a:t>
            </a:r>
            <a:r>
              <a:rPr lang="en-US" sz="2400" dirty="0">
                <a:solidFill>
                  <a:srgbClr val="404040"/>
                </a:solidFill>
                <a:latin typeface="Times New Roman" panose="02020603050405020304" pitchFamily="18" charset="0"/>
                <a:cs typeface="Times New Roman" panose="02020603050405020304" pitchFamily="18" charset="0"/>
                <a:sym typeface="Wingdings" panose="05000000000000000000" pitchFamily="2" charset="2"/>
              </a:rPr>
              <a:t> is specifically used for time-series data processing such as in </a:t>
            </a:r>
            <a:r>
              <a:rPr lang="en-US" sz="2400" dirty="0">
                <a:solidFill>
                  <a:srgbClr val="404040"/>
                </a:solidFill>
                <a:latin typeface="Times New Roman" panose="02020603050405020304" pitchFamily="18" charset="0"/>
                <a:cs typeface="Times New Roman" panose="02020603050405020304" pitchFamily="18" charset="0"/>
              </a:rPr>
              <a:t>natural language processing, and speech recognition. </a:t>
            </a:r>
          </a:p>
          <a:p>
            <a:pPr marL="342900" indent="-342900" algn="just" defTabSz="541338">
              <a:lnSpc>
                <a:spcPct val="120000"/>
              </a:lnSpc>
              <a:buFontTx/>
              <a:buChar char="-"/>
              <a:defRPr/>
            </a:pPr>
            <a:endParaRPr lang="en-US" sz="2400" dirty="0">
              <a:solidFill>
                <a:srgbClr val="404040"/>
              </a:solidFill>
              <a:latin typeface="Times New Roman" panose="02020603050405020304" pitchFamily="18" charset="0"/>
              <a:cs typeface="Times New Roman" panose="02020603050405020304" pitchFamily="18" charset="0"/>
            </a:endParaRPr>
          </a:p>
          <a:p>
            <a:pPr marL="342900" marR="0" lvl="0" indent="-342900" algn="just" defTabSz="541338" rtl="0" eaLnBrk="1" fontAlgn="auto" latinLnBrk="0" hangingPunct="1">
              <a:lnSpc>
                <a:spcPct val="120000"/>
              </a:lnSpc>
              <a:spcBef>
                <a:spcPts val="0"/>
              </a:spcBef>
              <a:spcAft>
                <a:spcPts val="0"/>
              </a:spcAft>
              <a:buClrTx/>
              <a:buSzTx/>
              <a:buFontTx/>
              <a:buChar char="-"/>
              <a:tabLst/>
              <a:defRPr/>
            </a:pPr>
            <a:endParaRPr lang="en-US" sz="2400" dirty="0">
              <a:solidFill>
                <a:srgbClr val="40404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2114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6E7DAFEA-1F6F-48E3-BB1D-F57715ECA072}"/>
              </a:ext>
            </a:extLst>
          </p:cNvPr>
          <p:cNvSpPr txBox="1">
            <a:spLocks/>
          </p:cNvSpPr>
          <p:nvPr/>
        </p:nvSpPr>
        <p:spPr>
          <a:xfrm>
            <a:off x="457198" y="1019452"/>
            <a:ext cx="10497313" cy="736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mbria" panose="02040503050406030204" pitchFamily="18" charset="0"/>
              <a:cs typeface="Calibri" panose="020F0502020204030204" pitchFamily="34" charset="0"/>
            </a:endParaRPr>
          </a:p>
        </p:txBody>
      </p:sp>
      <p:sp>
        <p:nvSpPr>
          <p:cNvPr id="19" name="Content Placeholder 2">
            <a:extLst>
              <a:ext uri="{FF2B5EF4-FFF2-40B4-BE49-F238E27FC236}">
                <a16:creationId xmlns:a16="http://schemas.microsoft.com/office/drawing/2014/main" id="{C02B7B71-2253-499D-8E0F-C3B8F8C2279E}"/>
              </a:ext>
            </a:extLst>
          </p:cNvPr>
          <p:cNvSpPr>
            <a:spLocks noGrp="1"/>
          </p:cNvSpPr>
          <p:nvPr>
            <p:ph idx="1"/>
          </p:nvPr>
        </p:nvSpPr>
        <p:spPr>
          <a:xfrm>
            <a:off x="525183" y="303658"/>
            <a:ext cx="10875066" cy="638502"/>
          </a:xfrm>
        </p:spPr>
        <p:txBody>
          <a:bodyPr>
            <a:noAutofit/>
          </a:bodyPr>
          <a:lstStyle/>
          <a:p>
            <a:pPr marL="0" indent="0">
              <a:buNone/>
            </a:pP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rPr>
              <a:t>Introduction to ANN</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EE46500-9E13-457D-8295-CE31CA418B4F}"/>
                  </a:ext>
                </a:extLst>
              </p:cNvPr>
              <p:cNvSpPr txBox="1"/>
              <p:nvPr/>
            </p:nvSpPr>
            <p:spPr>
              <a:xfrm>
                <a:off x="525183" y="1105215"/>
                <a:ext cx="10429327" cy="2982098"/>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sz="2400" dirty="0">
                    <a:solidFill>
                      <a:srgbClr val="404040"/>
                    </a:solidFill>
                    <a:latin typeface="Times New Roman" panose="02020603050405020304" pitchFamily="18" charset="0"/>
                    <a:cs typeface="Times New Roman" panose="02020603050405020304" pitchFamily="18" charset="0"/>
                  </a:rPr>
                  <a:t>Activation Function</a:t>
                </a:r>
              </a:p>
              <a:p>
                <a:pPr marL="342900" marR="0" lvl="0" indent="-342900" algn="just" defTabSz="541338" rtl="0" eaLnBrk="1" fontAlgn="auto" latinLnBrk="0" hangingPunct="1">
                  <a:lnSpc>
                    <a:spcPct val="120000"/>
                  </a:lnSpc>
                  <a:spcBef>
                    <a:spcPts val="0"/>
                  </a:spcBef>
                  <a:spcAft>
                    <a:spcPts val="0"/>
                  </a:spcAft>
                  <a:buClrTx/>
                  <a:buSzTx/>
                  <a:buFont typeface="Wingdings" panose="05000000000000000000" pitchFamily="2" charset="2"/>
                  <a:buChar char="§"/>
                  <a:tabLst/>
                  <a:defRPr/>
                </a:pPr>
                <a:r>
                  <a:rPr lang="en-US" sz="2400" dirty="0">
                    <a:solidFill>
                      <a:srgbClr val="404040"/>
                    </a:solidFill>
                    <a:latin typeface="Times New Roman" panose="02020603050405020304" pitchFamily="18" charset="0"/>
                    <a:cs typeface="Times New Roman" panose="02020603050405020304" pitchFamily="18" charset="0"/>
                  </a:rPr>
                  <a:t>Sigmoid</a:t>
                </a:r>
              </a:p>
              <a:p>
                <a:pPr marR="0" lvl="0" algn="just" defTabSz="541338" rtl="0" eaLnBrk="1" fontAlgn="auto" latinLnBrk="0" hangingPunct="1">
                  <a:lnSpc>
                    <a:spcPct val="120000"/>
                  </a:lnSpc>
                  <a:spcBef>
                    <a:spcPts val="0"/>
                  </a:spcBef>
                  <a:spcAft>
                    <a:spcPts val="0"/>
                  </a:spcAft>
                  <a:buClrTx/>
                  <a:buSzTx/>
                  <a:tabLst/>
                  <a:defRPr/>
                </a:pPr>
                <a:r>
                  <a:rPr lang="en-US" sz="2400" dirty="0">
                    <a:solidFill>
                      <a:srgbClr val="404040"/>
                    </a:solidFill>
                    <a:latin typeface="Times New Roman" panose="02020603050405020304" pitchFamily="18" charset="0"/>
                    <a:cs typeface="Times New Roman" panose="02020603050405020304" pitchFamily="18" charset="0"/>
                  </a:rPr>
                  <a:t>     </a:t>
                </a:r>
                <a14:m>
                  <m:oMath xmlns:m="http://schemas.openxmlformats.org/officeDocument/2006/math">
                    <m:r>
                      <a:rPr lang="en-US" sz="2400" b="0" i="1" dirty="0" smtClean="0">
                        <a:solidFill>
                          <a:srgbClr val="404040"/>
                        </a:solidFill>
                        <a:latin typeface="Cambria Math" panose="02040503050406030204" pitchFamily="18" charset="0"/>
                      </a:rPr>
                      <m:t> </m:t>
                    </m:r>
                    <m:r>
                      <a:rPr lang="en-US" sz="2400" i="1" dirty="0" smtClean="0">
                        <a:solidFill>
                          <a:srgbClr val="404040"/>
                        </a:solidFill>
                        <a:latin typeface="Cambria Math" panose="02040503050406030204" pitchFamily="18" charset="0"/>
                      </a:rPr>
                      <m:t>𝑦</m:t>
                    </m:r>
                    <m:r>
                      <a:rPr lang="en-US" sz="2400" i="0" dirty="0">
                        <a:solidFill>
                          <a:srgbClr val="404040"/>
                        </a:solidFill>
                        <a:latin typeface="Cambria Math" panose="02040503050406030204" pitchFamily="18" charset="0"/>
                      </a:rPr>
                      <m:t>=</m:t>
                    </m:r>
                    <m:f>
                      <m:fPr>
                        <m:ctrlPr>
                          <a:rPr lang="en-US" sz="2400" i="1" dirty="0">
                            <a:solidFill>
                              <a:srgbClr val="404040"/>
                            </a:solidFill>
                            <a:latin typeface="Cambria Math" panose="02040503050406030204" pitchFamily="18" charset="0"/>
                          </a:rPr>
                        </m:ctrlPr>
                      </m:fPr>
                      <m:num>
                        <m:r>
                          <a:rPr lang="en-US" sz="2400" i="0" dirty="0">
                            <a:solidFill>
                              <a:srgbClr val="404040"/>
                            </a:solidFill>
                            <a:latin typeface="Cambria Math" panose="02040503050406030204" pitchFamily="18" charset="0"/>
                          </a:rPr>
                          <m:t>1</m:t>
                        </m:r>
                      </m:num>
                      <m:den>
                        <m:r>
                          <a:rPr lang="en-US" sz="2400" i="0" dirty="0">
                            <a:solidFill>
                              <a:srgbClr val="404040"/>
                            </a:solidFill>
                            <a:latin typeface="Cambria Math" panose="02040503050406030204" pitchFamily="18" charset="0"/>
                          </a:rPr>
                          <m:t>1+</m:t>
                        </m:r>
                        <m:d>
                          <m:dPr>
                            <m:ctrlPr>
                              <a:rPr lang="en-US" sz="2400" i="1" dirty="0">
                                <a:solidFill>
                                  <a:srgbClr val="404040"/>
                                </a:solidFill>
                                <a:latin typeface="Cambria Math" panose="02040503050406030204" pitchFamily="18" charset="0"/>
                              </a:rPr>
                            </m:ctrlPr>
                          </m:dPr>
                          <m:e>
                            <m:sSup>
                              <m:sSupPr>
                                <m:ctrlPr>
                                  <a:rPr lang="en-US" sz="2400" i="1" dirty="0">
                                    <a:solidFill>
                                      <a:srgbClr val="404040"/>
                                    </a:solidFill>
                                    <a:latin typeface="Cambria Math" panose="02040503050406030204" pitchFamily="18" charset="0"/>
                                  </a:rPr>
                                </m:ctrlPr>
                              </m:sSupPr>
                              <m:e>
                                <m:r>
                                  <a:rPr lang="en-US" sz="2400" i="0" dirty="0">
                                    <a:solidFill>
                                      <a:srgbClr val="404040"/>
                                    </a:solidFill>
                                    <a:latin typeface="Cambria Math" panose="02040503050406030204" pitchFamily="18" charset="0"/>
                                  </a:rPr>
                                  <m:t>ⅇ</m:t>
                                </m:r>
                              </m:e>
                              <m:sup>
                                <m:r>
                                  <a:rPr lang="en-US" sz="2400" i="0" dirty="0">
                                    <a:solidFill>
                                      <a:srgbClr val="404040"/>
                                    </a:solidFill>
                                    <a:latin typeface="Cambria Math" panose="02040503050406030204" pitchFamily="18" charset="0"/>
                                  </a:rPr>
                                  <m:t>−</m:t>
                                </m:r>
                                <m:r>
                                  <a:rPr lang="en-US" sz="2400" i="1" dirty="0">
                                    <a:solidFill>
                                      <a:srgbClr val="404040"/>
                                    </a:solidFill>
                                    <a:latin typeface="Cambria Math" panose="02040503050406030204" pitchFamily="18" charset="0"/>
                                  </a:rPr>
                                  <m:t>𝑥</m:t>
                                </m:r>
                              </m:sup>
                            </m:sSup>
                          </m:e>
                        </m:d>
                      </m:den>
                    </m:f>
                  </m:oMath>
                </a14:m>
                <a:endParaRPr lang="en-US" sz="2400" dirty="0">
                  <a:solidFill>
                    <a:srgbClr val="404040"/>
                  </a:solidFill>
                  <a:latin typeface="Times New Roman" panose="02020603050405020304" pitchFamily="18" charset="0"/>
                  <a:cs typeface="Times New Roman" panose="02020603050405020304" pitchFamily="18" charset="0"/>
                </a:endParaRPr>
              </a:p>
              <a:p>
                <a:pPr marL="342900" marR="0" lvl="0" indent="-342900" algn="just" defTabSz="541338" rtl="0" eaLnBrk="1" fontAlgn="auto" latinLnBrk="0" hangingPunct="1">
                  <a:lnSpc>
                    <a:spcPct val="120000"/>
                  </a:lnSpc>
                  <a:spcBef>
                    <a:spcPts val="0"/>
                  </a:spcBef>
                  <a:spcAft>
                    <a:spcPts val="0"/>
                  </a:spcAft>
                  <a:buClrTx/>
                  <a:buSzTx/>
                  <a:buFont typeface="Wingdings" panose="05000000000000000000" pitchFamily="2" charset="2"/>
                  <a:buChar char="§"/>
                  <a:tabLst/>
                  <a:defRPr/>
                </a:pPr>
                <a:endParaRPr lang="en-US" sz="2400" dirty="0">
                  <a:solidFill>
                    <a:srgbClr val="404040"/>
                  </a:solidFill>
                  <a:latin typeface="Times New Roman" panose="02020603050405020304" pitchFamily="18" charset="0"/>
                  <a:cs typeface="Times New Roman" panose="02020603050405020304" pitchFamily="18" charset="0"/>
                </a:endParaRPr>
              </a:p>
              <a:p>
                <a:pPr marL="342900" marR="0" lvl="0" indent="-342900" algn="just" defTabSz="541338" rtl="0" eaLnBrk="1" fontAlgn="auto" latinLnBrk="0" hangingPunct="1">
                  <a:lnSpc>
                    <a:spcPct val="120000"/>
                  </a:lnSpc>
                  <a:spcBef>
                    <a:spcPts val="0"/>
                  </a:spcBef>
                  <a:spcAft>
                    <a:spcPts val="0"/>
                  </a:spcAft>
                  <a:buClrTx/>
                  <a:buSzTx/>
                  <a:buFont typeface="Wingdings" panose="05000000000000000000" pitchFamily="2" charset="2"/>
                  <a:buChar char="§"/>
                  <a:tabLst/>
                  <a:defRPr/>
                </a:pPr>
                <a:r>
                  <a:rPr lang="en-US" sz="2400" dirty="0">
                    <a:solidFill>
                      <a:srgbClr val="404040"/>
                    </a:solidFill>
                    <a:latin typeface="Times New Roman" panose="02020603050405020304" pitchFamily="18" charset="0"/>
                    <a:cs typeface="Times New Roman" panose="02020603050405020304" pitchFamily="18" charset="0"/>
                  </a:rPr>
                  <a:t>Rectified Linear Unit (ReLU)</a:t>
                </a:r>
              </a:p>
              <a:p>
                <a:pPr marR="0" lvl="0" algn="just" defTabSz="541338" rtl="0" eaLnBrk="1" fontAlgn="auto" latinLnBrk="0" hangingPunct="1">
                  <a:lnSpc>
                    <a:spcPct val="120000"/>
                  </a:lnSpc>
                  <a:spcBef>
                    <a:spcPts val="0"/>
                  </a:spcBef>
                  <a:spcAft>
                    <a:spcPts val="0"/>
                  </a:spcAft>
                  <a:buClrTx/>
                  <a:buSzTx/>
                  <a:tabLst/>
                  <a:defRPr/>
                </a:pPr>
                <a:r>
                  <a:rPr lang="en-US" sz="2400" dirty="0">
                    <a:solidFill>
                      <a:srgbClr val="404040"/>
                    </a:solidFill>
                    <a:latin typeface="Times New Roman" panose="02020603050405020304" pitchFamily="18" charset="0"/>
                    <a:cs typeface="Times New Roman" panose="02020603050405020304" pitchFamily="18" charset="0"/>
                  </a:rPr>
                  <a:t>     </a:t>
                </a:r>
                <a14:m>
                  <m:oMath xmlns:m="http://schemas.openxmlformats.org/officeDocument/2006/math">
                    <m:r>
                      <a:rPr lang="en-US" sz="2400" i="1" dirty="0" smtClean="0">
                        <a:solidFill>
                          <a:srgbClr val="404040"/>
                        </a:solidFill>
                        <a:latin typeface="Cambria Math" panose="02040503050406030204" pitchFamily="18" charset="0"/>
                      </a:rPr>
                      <m:t>𝑦</m:t>
                    </m:r>
                    <m:r>
                      <a:rPr lang="en-US" sz="2400" i="0" dirty="0">
                        <a:solidFill>
                          <a:srgbClr val="404040"/>
                        </a:solidFill>
                        <a:latin typeface="Cambria Math" panose="02040503050406030204" pitchFamily="18" charset="0"/>
                      </a:rPr>
                      <m:t>=</m:t>
                    </m:r>
                    <m:r>
                      <a:rPr lang="en-US" sz="2400" i="1" dirty="0">
                        <a:solidFill>
                          <a:srgbClr val="404040"/>
                        </a:solidFill>
                        <a:latin typeface="Cambria Math" panose="02040503050406030204" pitchFamily="18" charset="0"/>
                      </a:rPr>
                      <m:t>𝑚</m:t>
                    </m:r>
                    <m:r>
                      <a:rPr lang="en-US" sz="2400" b="0" i="1" dirty="0" smtClean="0">
                        <a:solidFill>
                          <a:srgbClr val="404040"/>
                        </a:solidFill>
                        <a:latin typeface="Cambria Math" panose="02040503050406030204" pitchFamily="18" charset="0"/>
                      </a:rPr>
                      <m:t>𝑎𝑥</m:t>
                    </m:r>
                    <m:d>
                      <m:dPr>
                        <m:ctrlPr>
                          <a:rPr lang="en-US" sz="2400" i="1" dirty="0">
                            <a:solidFill>
                              <a:srgbClr val="404040"/>
                            </a:solidFill>
                            <a:latin typeface="Cambria Math" panose="02040503050406030204" pitchFamily="18" charset="0"/>
                          </a:rPr>
                        </m:ctrlPr>
                      </m:dPr>
                      <m:e>
                        <m:r>
                          <a:rPr lang="en-US" sz="2400" b="0" i="1" dirty="0" smtClean="0">
                            <a:solidFill>
                              <a:srgbClr val="404040"/>
                            </a:solidFill>
                            <a:latin typeface="Cambria Math" panose="02040503050406030204" pitchFamily="18" charset="0"/>
                          </a:rPr>
                          <m:t>0, </m:t>
                        </m:r>
                        <m:r>
                          <a:rPr lang="en-US" sz="2400" i="1" dirty="0">
                            <a:solidFill>
                              <a:srgbClr val="404040"/>
                            </a:solidFill>
                            <a:latin typeface="Cambria Math" panose="02040503050406030204" pitchFamily="18" charset="0"/>
                          </a:rPr>
                          <m:t>𝑥</m:t>
                        </m:r>
                      </m:e>
                    </m:d>
                  </m:oMath>
                </a14:m>
                <a:endParaRPr lang="en-US" sz="2400" dirty="0">
                  <a:solidFill>
                    <a:srgbClr val="404040"/>
                  </a:solidFill>
                  <a:latin typeface="Times New Roman" panose="02020603050405020304" pitchFamily="18" charset="0"/>
                  <a:cs typeface="Times New Roman" panose="02020603050405020304" pitchFamily="18" charset="0"/>
                </a:endParaRPr>
              </a:p>
            </p:txBody>
          </p:sp>
        </mc:Choice>
        <mc:Fallback xmlns="">
          <p:sp>
            <p:nvSpPr>
              <p:cNvPr id="49" name="TextBox 48">
                <a:extLst>
                  <a:ext uri="{FF2B5EF4-FFF2-40B4-BE49-F238E27FC236}">
                    <a16:creationId xmlns:a16="http://schemas.microsoft.com/office/drawing/2014/main" id="{5EE46500-9E13-457D-8295-CE31CA418B4F}"/>
                  </a:ext>
                </a:extLst>
              </p:cNvPr>
              <p:cNvSpPr txBox="1">
                <a:spLocks noRot="1" noChangeAspect="1" noMove="1" noResize="1" noEditPoints="1" noAdjustHandles="1" noChangeArrowheads="1" noChangeShapeType="1" noTextEdit="1"/>
              </p:cNvSpPr>
              <p:nvPr/>
            </p:nvSpPr>
            <p:spPr>
              <a:xfrm>
                <a:off x="525183" y="1105215"/>
                <a:ext cx="10429327" cy="2982098"/>
              </a:xfrm>
              <a:prstGeom prst="rect">
                <a:avLst/>
              </a:prstGeom>
              <a:blipFill>
                <a:blip r:embed="rId2"/>
                <a:stretch>
                  <a:fillRect l="-877" t="-409"/>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27EAF1F0-00A8-DDB2-CCCC-857B3E3C05FF}"/>
              </a:ext>
            </a:extLst>
          </p:cNvPr>
          <p:cNvPicPr>
            <a:picLocks noChangeAspect="1"/>
          </p:cNvPicPr>
          <p:nvPr/>
        </p:nvPicPr>
        <p:blipFill>
          <a:blip r:embed="rId3"/>
          <a:stretch>
            <a:fillRect/>
          </a:stretch>
        </p:blipFill>
        <p:spPr>
          <a:xfrm>
            <a:off x="5282291" y="1276088"/>
            <a:ext cx="6595939" cy="3344900"/>
          </a:xfrm>
          <a:prstGeom prst="rect">
            <a:avLst/>
          </a:prstGeom>
        </p:spPr>
      </p:pic>
    </p:spTree>
    <p:extLst>
      <p:ext uri="{BB962C8B-B14F-4D97-AF65-F5344CB8AC3E}">
        <p14:creationId xmlns:p14="http://schemas.microsoft.com/office/powerpoint/2010/main" val="1415945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8CB2609-5FB0-4496-A04E-7B6959664E39}"/>
              </a:ext>
            </a:extLst>
          </p:cNvPr>
          <p:cNvSpPr>
            <a:spLocks noGrp="1"/>
          </p:cNvSpPr>
          <p:nvPr>
            <p:ph type="subTitle" idx="1"/>
          </p:nvPr>
        </p:nvSpPr>
        <p:spPr>
          <a:xfrm>
            <a:off x="1393371" y="1930153"/>
            <a:ext cx="10069285" cy="3546519"/>
          </a:xfrm>
        </p:spPr>
        <p:txBody>
          <a:bodyPr>
            <a:noAutofit/>
          </a:bodyPr>
          <a:lstStyle/>
          <a:p>
            <a:pPr algn="l"/>
            <a:r>
              <a:rPr lang="en-US" sz="3200" b="1" dirty="0">
                <a:solidFill>
                  <a:srgbClr val="00B0F0"/>
                </a:solidFill>
                <a:latin typeface="+mj-lt"/>
              </a:rPr>
              <a:t>M07</a:t>
            </a:r>
          </a:p>
          <a:p>
            <a:pPr algn="l"/>
            <a:r>
              <a:rPr lang="en-US" sz="3200" b="1" dirty="0">
                <a:solidFill>
                  <a:srgbClr val="00B0F0"/>
                </a:solidFill>
                <a:latin typeface="+mj-lt"/>
              </a:rPr>
              <a:t>Object Classification Using Artificial Neural Network (1)</a:t>
            </a:r>
          </a:p>
          <a:p>
            <a:pPr marL="514350" indent="-514350" algn="l">
              <a:buAutoNum type="arabicPeriod"/>
            </a:pPr>
            <a:r>
              <a:rPr lang="en-US" sz="3200" b="1" dirty="0">
                <a:solidFill>
                  <a:schemeClr val="bg1">
                    <a:lumMod val="75000"/>
                  </a:schemeClr>
                </a:solidFill>
                <a:latin typeface="+mj-lt"/>
              </a:rPr>
              <a:t>Introduction to ANN</a:t>
            </a:r>
          </a:p>
          <a:p>
            <a:pPr marL="514350" indent="-514350" algn="l">
              <a:buAutoNum type="arabicPeriod"/>
            </a:pPr>
            <a:r>
              <a:rPr lang="en-US" sz="3200" b="1" dirty="0">
                <a:solidFill>
                  <a:srgbClr val="00B0F0"/>
                </a:solidFill>
                <a:latin typeface="+mj-lt"/>
              </a:rPr>
              <a:t>What is Object Classification?</a:t>
            </a:r>
          </a:p>
          <a:p>
            <a:pPr marL="514350" indent="-514350" algn="l">
              <a:buAutoNum type="arabicPeriod"/>
            </a:pPr>
            <a:r>
              <a:rPr lang="en-US" sz="3200" b="1" dirty="0">
                <a:solidFill>
                  <a:schemeClr val="bg1">
                    <a:lumMod val="75000"/>
                  </a:schemeClr>
                </a:solidFill>
                <a:latin typeface="+mj-lt"/>
              </a:rPr>
              <a:t>Understanding the ANN in Details</a:t>
            </a:r>
          </a:p>
          <a:p>
            <a:pPr marL="514350" indent="-514350" algn="l">
              <a:buAutoNum type="arabicPeriod"/>
            </a:pPr>
            <a:r>
              <a:rPr lang="en-US" sz="3200" b="1" dirty="0">
                <a:solidFill>
                  <a:schemeClr val="bg1">
                    <a:lumMod val="75000"/>
                  </a:schemeClr>
                </a:solidFill>
                <a:latin typeface="+mj-lt"/>
              </a:rPr>
              <a:t>Designing an ANN Model</a:t>
            </a:r>
          </a:p>
          <a:p>
            <a:pPr marL="514350" indent="-514350" algn="l">
              <a:buFont typeface="Arial" panose="020B0604020202020204" pitchFamily="34" charset="0"/>
              <a:buAutoNum type="arabicPeriod"/>
            </a:pPr>
            <a:r>
              <a:rPr lang="en-US" sz="3200" b="1" dirty="0">
                <a:solidFill>
                  <a:schemeClr val="bg1">
                    <a:lumMod val="75000"/>
                  </a:schemeClr>
                </a:solidFill>
                <a:latin typeface="+mj-lt"/>
              </a:rPr>
              <a:t>Realizing the ANN Model in Programming</a:t>
            </a:r>
          </a:p>
          <a:p>
            <a:pPr algn="l"/>
            <a:endParaRPr lang="en-US" sz="3200" b="1" dirty="0">
              <a:solidFill>
                <a:srgbClr val="00B0F0"/>
              </a:solidFill>
              <a:latin typeface="+mj-lt"/>
            </a:endParaRPr>
          </a:p>
          <a:p>
            <a:pPr algn="l"/>
            <a:endParaRPr lang="en-US" sz="3200" b="1" dirty="0">
              <a:solidFill>
                <a:srgbClr val="00B0F0"/>
              </a:solidFill>
              <a:latin typeface="+mj-lt"/>
            </a:endParaRPr>
          </a:p>
        </p:txBody>
      </p:sp>
    </p:spTree>
    <p:extLst>
      <p:ext uri="{BB962C8B-B14F-4D97-AF65-F5344CB8AC3E}">
        <p14:creationId xmlns:p14="http://schemas.microsoft.com/office/powerpoint/2010/main" val="2389172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6E7DAFEA-1F6F-48E3-BB1D-F57715ECA072}"/>
              </a:ext>
            </a:extLst>
          </p:cNvPr>
          <p:cNvSpPr txBox="1">
            <a:spLocks/>
          </p:cNvSpPr>
          <p:nvPr/>
        </p:nvSpPr>
        <p:spPr>
          <a:xfrm>
            <a:off x="457198" y="1019452"/>
            <a:ext cx="10497313" cy="736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mbria" panose="02040503050406030204" pitchFamily="18" charset="0"/>
              <a:cs typeface="Calibri" panose="020F0502020204030204" pitchFamily="34" charset="0"/>
            </a:endParaRPr>
          </a:p>
        </p:txBody>
      </p:sp>
      <p:sp>
        <p:nvSpPr>
          <p:cNvPr id="19" name="Content Placeholder 2">
            <a:extLst>
              <a:ext uri="{FF2B5EF4-FFF2-40B4-BE49-F238E27FC236}">
                <a16:creationId xmlns:a16="http://schemas.microsoft.com/office/drawing/2014/main" id="{C02B7B71-2253-499D-8E0F-C3B8F8C2279E}"/>
              </a:ext>
            </a:extLst>
          </p:cNvPr>
          <p:cNvSpPr>
            <a:spLocks noGrp="1"/>
          </p:cNvSpPr>
          <p:nvPr>
            <p:ph idx="1"/>
          </p:nvPr>
        </p:nvSpPr>
        <p:spPr>
          <a:xfrm>
            <a:off x="525183" y="303658"/>
            <a:ext cx="10875066" cy="638502"/>
          </a:xfrm>
        </p:spPr>
        <p:txBody>
          <a:bodyPr>
            <a:noAutofit/>
          </a:bodyPr>
          <a:lstStyle/>
          <a:p>
            <a:pPr marL="0" indent="0">
              <a:buNone/>
            </a:pP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rPr>
              <a:t>Object Classification: Handwriting of Number 0, 1, 2, 3 …9</a:t>
            </a:r>
          </a:p>
        </p:txBody>
      </p:sp>
      <p:sp>
        <p:nvSpPr>
          <p:cNvPr id="49" name="TextBox 48">
            <a:extLst>
              <a:ext uri="{FF2B5EF4-FFF2-40B4-BE49-F238E27FC236}">
                <a16:creationId xmlns:a16="http://schemas.microsoft.com/office/drawing/2014/main" id="{5EE46500-9E13-457D-8295-CE31CA418B4F}"/>
              </a:ext>
            </a:extLst>
          </p:cNvPr>
          <p:cNvSpPr txBox="1"/>
          <p:nvPr/>
        </p:nvSpPr>
        <p:spPr>
          <a:xfrm>
            <a:off x="525184" y="1182294"/>
            <a:ext cx="10429327" cy="5338384"/>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sz="2200" dirty="0">
                <a:solidFill>
                  <a:srgbClr val="404040"/>
                </a:solidFill>
                <a:latin typeface="Times New Roman" panose="02020603050405020304" pitchFamily="18" charset="0"/>
                <a:cs typeface="Times New Roman" panose="02020603050405020304" pitchFamily="18" charset="0"/>
              </a:rPr>
              <a:t>Take a look at the following case.</a:t>
            </a:r>
          </a:p>
          <a:p>
            <a:pPr marL="342900" marR="0" lvl="0" indent="-342900" algn="just" defTabSz="541338" rtl="0" eaLnBrk="1" fontAlgn="auto" latinLnBrk="0" hangingPunct="1">
              <a:lnSpc>
                <a:spcPct val="120000"/>
              </a:lnSpc>
              <a:spcBef>
                <a:spcPts val="0"/>
              </a:spcBef>
              <a:spcAft>
                <a:spcPts val="0"/>
              </a:spcAft>
              <a:buClrTx/>
              <a:buSzTx/>
              <a:buFont typeface="Wingdings" panose="05000000000000000000" pitchFamily="2" charset="2"/>
              <a:buChar char="§"/>
              <a:tabLst/>
              <a:defRPr/>
            </a:pPr>
            <a:r>
              <a:rPr lang="en-US" sz="2200" dirty="0">
                <a:solidFill>
                  <a:srgbClr val="404040"/>
                </a:solidFill>
                <a:latin typeface="Times New Roman" panose="02020603050405020304" pitchFamily="18" charset="0"/>
                <a:cs typeface="Times New Roman" panose="02020603050405020304" pitchFamily="18" charset="0"/>
              </a:rPr>
              <a:t>A number of researchers collected 60,000 images of handwriting, where each image contains a single number, either 0, 1, 2, 3, 4, 5, 6, 7, 8 or 9). Each image is a grayscale picture of 28x28 pixels where the value of each pixel is a float between 0 and 1.</a:t>
            </a:r>
          </a:p>
          <a:p>
            <a:pPr marL="342900" marR="0" lvl="0" indent="-342900" algn="just" defTabSz="541338" rtl="0" eaLnBrk="1" fontAlgn="auto" latinLnBrk="0" hangingPunct="1">
              <a:lnSpc>
                <a:spcPct val="120000"/>
              </a:lnSpc>
              <a:spcBef>
                <a:spcPts val="0"/>
              </a:spcBef>
              <a:spcAft>
                <a:spcPts val="0"/>
              </a:spcAft>
              <a:buClrTx/>
              <a:buSzTx/>
              <a:buFont typeface="Wingdings" panose="05000000000000000000" pitchFamily="2" charset="2"/>
              <a:buChar char="§"/>
              <a:tabLst/>
              <a:defRPr/>
            </a:pPr>
            <a:r>
              <a:rPr lang="en-US" sz="2200" dirty="0">
                <a:solidFill>
                  <a:srgbClr val="404040"/>
                </a:solidFill>
                <a:latin typeface="Times New Roman" panose="02020603050405020304" pitchFamily="18" charset="0"/>
                <a:cs typeface="Times New Roman" panose="02020603050405020304" pitchFamily="18" charset="0"/>
              </a:rPr>
              <a:t>In the same time 60,000 pieces of labels were also prepared to tell the ANN program the right classification of every image. Technically, each label is also a grayscale image, with smaller size, i.e. 10x1 pixels where the value of each pixel is also float between 0 and 1. For example the label “0” is an image with pixel value 1 0 0 0 0 0 0 0 0 0. The label “1” has pixel value 0 1 0 0 0 0 0 0 0 0, and so on.</a:t>
            </a:r>
          </a:p>
          <a:p>
            <a:pPr marL="342900" marR="0" lvl="0" indent="-342900" algn="just" defTabSz="541338" rtl="0" eaLnBrk="1" fontAlgn="auto" latinLnBrk="0" hangingPunct="1">
              <a:lnSpc>
                <a:spcPct val="120000"/>
              </a:lnSpc>
              <a:spcBef>
                <a:spcPts val="0"/>
              </a:spcBef>
              <a:spcAft>
                <a:spcPts val="0"/>
              </a:spcAft>
              <a:buClrTx/>
              <a:buSzTx/>
              <a:buFont typeface="Wingdings" panose="05000000000000000000" pitchFamily="2" charset="2"/>
              <a:buChar char="§"/>
              <a:tabLst/>
              <a:defRPr/>
            </a:pPr>
            <a:r>
              <a:rPr lang="en-US" sz="2200" dirty="0">
                <a:solidFill>
                  <a:srgbClr val="404040"/>
                </a:solidFill>
                <a:latin typeface="Times New Roman" panose="02020603050405020304" pitchFamily="18" charset="0"/>
                <a:cs typeface="Times New Roman" panose="02020603050405020304" pitchFamily="18" charset="0"/>
              </a:rPr>
              <a:t>The result (output) of the ANN process for each image will be unlikely exactly 0 or 1 but would be a float, such as 0,876 0,123 0, 213 0 0 0 0 0 0 0. The difference between these output numbers and the pixel values of the label will tell whether the learning state is already good or not.</a:t>
            </a:r>
            <a:endParaRPr lang="en-US" sz="2400" dirty="0">
              <a:solidFill>
                <a:srgbClr val="40404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8676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6E7DAFEA-1F6F-48E3-BB1D-F57715ECA072}"/>
              </a:ext>
            </a:extLst>
          </p:cNvPr>
          <p:cNvSpPr txBox="1">
            <a:spLocks/>
          </p:cNvSpPr>
          <p:nvPr/>
        </p:nvSpPr>
        <p:spPr>
          <a:xfrm>
            <a:off x="457198" y="1019452"/>
            <a:ext cx="10497313" cy="736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mbria" panose="02040503050406030204" pitchFamily="18" charset="0"/>
              <a:cs typeface="Calibri" panose="020F0502020204030204" pitchFamily="34" charset="0"/>
            </a:endParaRPr>
          </a:p>
        </p:txBody>
      </p:sp>
      <p:sp>
        <p:nvSpPr>
          <p:cNvPr id="19" name="Content Placeholder 2">
            <a:extLst>
              <a:ext uri="{FF2B5EF4-FFF2-40B4-BE49-F238E27FC236}">
                <a16:creationId xmlns:a16="http://schemas.microsoft.com/office/drawing/2014/main" id="{C02B7B71-2253-499D-8E0F-C3B8F8C2279E}"/>
              </a:ext>
            </a:extLst>
          </p:cNvPr>
          <p:cNvSpPr>
            <a:spLocks noGrp="1"/>
          </p:cNvSpPr>
          <p:nvPr>
            <p:ph idx="1"/>
          </p:nvPr>
        </p:nvSpPr>
        <p:spPr>
          <a:xfrm>
            <a:off x="525183" y="303658"/>
            <a:ext cx="10875066" cy="638502"/>
          </a:xfrm>
        </p:spPr>
        <p:txBody>
          <a:bodyPr>
            <a:noAutofit/>
          </a:bodyPr>
          <a:lstStyle/>
          <a:p>
            <a:pPr marL="0" indent="0">
              <a:buNone/>
            </a:pP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rPr>
              <a:t>Object Classification: Handwriting of Number 0, 1, 2, 3 …9</a:t>
            </a:r>
          </a:p>
        </p:txBody>
      </p:sp>
      <p:sp>
        <p:nvSpPr>
          <p:cNvPr id="49" name="TextBox 48">
            <a:extLst>
              <a:ext uri="{FF2B5EF4-FFF2-40B4-BE49-F238E27FC236}">
                <a16:creationId xmlns:a16="http://schemas.microsoft.com/office/drawing/2014/main" id="{5EE46500-9E13-457D-8295-CE31CA418B4F}"/>
              </a:ext>
            </a:extLst>
          </p:cNvPr>
          <p:cNvSpPr txBox="1"/>
          <p:nvPr/>
        </p:nvSpPr>
        <p:spPr>
          <a:xfrm>
            <a:off x="590498" y="1974230"/>
            <a:ext cx="10429327" cy="1678729"/>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sz="3200" dirty="0">
                <a:solidFill>
                  <a:srgbClr val="404040"/>
                </a:solidFill>
                <a:latin typeface="Times New Roman" panose="02020603050405020304" pitchFamily="18" charset="0"/>
                <a:cs typeface="Times New Roman" panose="02020603050405020304" pitchFamily="18" charset="0"/>
              </a:rPr>
              <a:t>The skills in realizing NN theory into programming requires a key knowledge, that is, the knowledge of matrix operations.</a:t>
            </a:r>
          </a:p>
          <a:p>
            <a:pPr marL="342900" marR="0" lvl="0" indent="-342900" algn="just" defTabSz="541338" rtl="0" eaLnBrk="1" fontAlgn="auto" latinLnBrk="0" hangingPunct="1">
              <a:lnSpc>
                <a:spcPct val="120000"/>
              </a:lnSpc>
              <a:spcBef>
                <a:spcPts val="0"/>
              </a:spcBef>
              <a:spcAft>
                <a:spcPts val="0"/>
              </a:spcAft>
              <a:buClrTx/>
              <a:buSzTx/>
              <a:buFont typeface="Wingdings" panose="05000000000000000000" pitchFamily="2" charset="2"/>
              <a:buChar char="§"/>
              <a:tabLst/>
              <a:defRPr/>
            </a:pPr>
            <a:endParaRPr lang="en-US" sz="2400" dirty="0">
              <a:solidFill>
                <a:srgbClr val="40404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6267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8CB2609-5FB0-4496-A04E-7B6959664E39}"/>
              </a:ext>
            </a:extLst>
          </p:cNvPr>
          <p:cNvSpPr>
            <a:spLocks noGrp="1"/>
          </p:cNvSpPr>
          <p:nvPr>
            <p:ph type="subTitle" idx="1"/>
          </p:nvPr>
        </p:nvSpPr>
        <p:spPr>
          <a:xfrm>
            <a:off x="1393371" y="1930153"/>
            <a:ext cx="10069285" cy="3546519"/>
          </a:xfrm>
        </p:spPr>
        <p:txBody>
          <a:bodyPr>
            <a:noAutofit/>
          </a:bodyPr>
          <a:lstStyle/>
          <a:p>
            <a:pPr algn="l"/>
            <a:r>
              <a:rPr lang="en-US" sz="3200" b="1" dirty="0">
                <a:solidFill>
                  <a:srgbClr val="00B0F0"/>
                </a:solidFill>
                <a:latin typeface="+mj-lt"/>
              </a:rPr>
              <a:t>M07</a:t>
            </a:r>
          </a:p>
          <a:p>
            <a:pPr algn="l"/>
            <a:r>
              <a:rPr lang="en-US" sz="3200" b="1" dirty="0">
                <a:solidFill>
                  <a:srgbClr val="00B0F0"/>
                </a:solidFill>
                <a:latin typeface="+mj-lt"/>
              </a:rPr>
              <a:t>Object Classification Using Artificial Neural Network (1)</a:t>
            </a:r>
          </a:p>
          <a:p>
            <a:pPr marL="514350" indent="-514350" algn="l">
              <a:buAutoNum type="arabicPeriod"/>
            </a:pPr>
            <a:r>
              <a:rPr lang="en-US" sz="3200" b="1" dirty="0">
                <a:solidFill>
                  <a:schemeClr val="bg1">
                    <a:lumMod val="75000"/>
                  </a:schemeClr>
                </a:solidFill>
                <a:latin typeface="+mj-lt"/>
              </a:rPr>
              <a:t>Introduction to ANN</a:t>
            </a:r>
          </a:p>
          <a:p>
            <a:pPr marL="514350" indent="-514350" algn="l">
              <a:buAutoNum type="arabicPeriod"/>
            </a:pPr>
            <a:r>
              <a:rPr lang="en-US" sz="3200" b="1" dirty="0">
                <a:solidFill>
                  <a:schemeClr val="bg1">
                    <a:lumMod val="75000"/>
                  </a:schemeClr>
                </a:solidFill>
                <a:latin typeface="+mj-lt"/>
              </a:rPr>
              <a:t>What is Object Classification?</a:t>
            </a:r>
          </a:p>
          <a:p>
            <a:pPr marL="514350" indent="-514350" algn="l">
              <a:buAutoNum type="arabicPeriod"/>
            </a:pPr>
            <a:r>
              <a:rPr lang="en-US" sz="3200" b="1" dirty="0">
                <a:solidFill>
                  <a:srgbClr val="00B0F0"/>
                </a:solidFill>
                <a:latin typeface="+mj-lt"/>
              </a:rPr>
              <a:t>Understanding the ANN in Details (1 Hidden Layer)</a:t>
            </a:r>
          </a:p>
          <a:p>
            <a:pPr marL="514350" indent="-514350" algn="l">
              <a:buAutoNum type="arabicPeriod"/>
            </a:pPr>
            <a:r>
              <a:rPr lang="en-US" sz="3200" b="1" dirty="0">
                <a:solidFill>
                  <a:schemeClr val="bg1">
                    <a:lumMod val="75000"/>
                  </a:schemeClr>
                </a:solidFill>
                <a:latin typeface="+mj-lt"/>
              </a:rPr>
              <a:t>Designing an ANN Model</a:t>
            </a:r>
          </a:p>
          <a:p>
            <a:pPr marL="514350" indent="-514350" algn="l">
              <a:buFont typeface="Arial" panose="020B0604020202020204" pitchFamily="34" charset="0"/>
              <a:buAutoNum type="arabicPeriod"/>
            </a:pPr>
            <a:r>
              <a:rPr lang="en-US" sz="3200" b="1" dirty="0">
                <a:solidFill>
                  <a:schemeClr val="bg1">
                    <a:lumMod val="75000"/>
                  </a:schemeClr>
                </a:solidFill>
                <a:latin typeface="+mj-lt"/>
              </a:rPr>
              <a:t>Realizing the ANN Model in Programming</a:t>
            </a:r>
          </a:p>
          <a:p>
            <a:pPr marL="514350" indent="-514350" algn="l">
              <a:buAutoNum type="arabicPeriod"/>
            </a:pPr>
            <a:endParaRPr lang="en-US" sz="3200" b="1" dirty="0">
              <a:solidFill>
                <a:schemeClr val="bg1">
                  <a:lumMod val="75000"/>
                </a:schemeClr>
              </a:solidFill>
              <a:latin typeface="+mj-lt"/>
            </a:endParaRPr>
          </a:p>
          <a:p>
            <a:pPr algn="l"/>
            <a:endParaRPr lang="en-US" sz="3200" b="1" dirty="0">
              <a:solidFill>
                <a:srgbClr val="00B0F0"/>
              </a:solidFill>
              <a:latin typeface="+mj-lt"/>
            </a:endParaRPr>
          </a:p>
          <a:p>
            <a:pPr algn="l"/>
            <a:endParaRPr lang="en-US" sz="3200" b="1" dirty="0">
              <a:solidFill>
                <a:srgbClr val="00B0F0"/>
              </a:solidFill>
              <a:latin typeface="+mj-lt"/>
            </a:endParaRPr>
          </a:p>
        </p:txBody>
      </p:sp>
    </p:spTree>
    <p:extLst>
      <p:ext uri="{BB962C8B-B14F-4D97-AF65-F5344CB8AC3E}">
        <p14:creationId xmlns:p14="http://schemas.microsoft.com/office/powerpoint/2010/main" val="3129397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6E7DAFEA-1F6F-48E3-BB1D-F57715ECA072}"/>
              </a:ext>
            </a:extLst>
          </p:cNvPr>
          <p:cNvSpPr txBox="1">
            <a:spLocks/>
          </p:cNvSpPr>
          <p:nvPr/>
        </p:nvSpPr>
        <p:spPr>
          <a:xfrm>
            <a:off x="457198" y="1019452"/>
            <a:ext cx="10497313" cy="736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mbria" panose="02040503050406030204" pitchFamily="18" charset="0"/>
              <a:cs typeface="Calibri" panose="020F0502020204030204" pitchFamily="34" charset="0"/>
            </a:endParaRPr>
          </a:p>
        </p:txBody>
      </p:sp>
      <p:sp>
        <p:nvSpPr>
          <p:cNvPr id="19" name="Content Placeholder 2">
            <a:extLst>
              <a:ext uri="{FF2B5EF4-FFF2-40B4-BE49-F238E27FC236}">
                <a16:creationId xmlns:a16="http://schemas.microsoft.com/office/drawing/2014/main" id="{C02B7B71-2253-499D-8E0F-C3B8F8C2279E}"/>
              </a:ext>
            </a:extLst>
          </p:cNvPr>
          <p:cNvSpPr>
            <a:spLocks noGrp="1"/>
          </p:cNvSpPr>
          <p:nvPr>
            <p:ph idx="1"/>
          </p:nvPr>
        </p:nvSpPr>
        <p:spPr>
          <a:xfrm>
            <a:off x="525183" y="303658"/>
            <a:ext cx="7254836" cy="638502"/>
          </a:xfrm>
        </p:spPr>
        <p:txBody>
          <a:bodyPr>
            <a:noAutofit/>
          </a:bodyPr>
          <a:lstStyle/>
          <a:p>
            <a:pPr marL="0" indent="0">
              <a:buNone/>
            </a:pP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rPr>
              <a:t>Forward Propagation: Input </a:t>
            </a: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sym typeface="Wingdings" panose="05000000000000000000" pitchFamily="2" charset="2"/>
              </a:rPr>
              <a:t> Hidden (1)</a:t>
            </a:r>
            <a:endPar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endParaRPr>
          </a:p>
        </p:txBody>
      </p:sp>
      <p:grpSp>
        <p:nvGrpSpPr>
          <p:cNvPr id="4" name="Group 3">
            <a:extLst>
              <a:ext uri="{FF2B5EF4-FFF2-40B4-BE49-F238E27FC236}">
                <a16:creationId xmlns:a16="http://schemas.microsoft.com/office/drawing/2014/main" id="{1A49FAFF-74FB-2A14-FC8C-181EA473F34C}"/>
              </a:ext>
            </a:extLst>
          </p:cNvPr>
          <p:cNvGrpSpPr/>
          <p:nvPr/>
        </p:nvGrpSpPr>
        <p:grpSpPr>
          <a:xfrm>
            <a:off x="677636" y="2501788"/>
            <a:ext cx="653143" cy="482610"/>
            <a:chOff x="685799" y="1273461"/>
            <a:chExt cx="653143" cy="482610"/>
          </a:xfrm>
        </p:grpSpPr>
        <p:sp>
          <p:nvSpPr>
            <p:cNvPr id="2" name="Oval 1">
              <a:extLst>
                <a:ext uri="{FF2B5EF4-FFF2-40B4-BE49-F238E27FC236}">
                  <a16:creationId xmlns:a16="http://schemas.microsoft.com/office/drawing/2014/main" id="{6E776ABD-32B7-323D-679E-CEEE58E4E3E2}"/>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 name="TextBox 2">
              <a:extLst>
                <a:ext uri="{FF2B5EF4-FFF2-40B4-BE49-F238E27FC236}">
                  <a16:creationId xmlns:a16="http://schemas.microsoft.com/office/drawing/2014/main" id="{4B6BB2AB-2A4C-EB0C-8472-DAA11C79D8F8}"/>
                </a:ext>
              </a:extLst>
            </p:cNvPr>
            <p:cNvSpPr txBox="1"/>
            <p:nvPr/>
          </p:nvSpPr>
          <p:spPr>
            <a:xfrm>
              <a:off x="685799" y="1387762"/>
              <a:ext cx="653143" cy="246221"/>
            </a:xfrm>
            <a:prstGeom prst="rect">
              <a:avLst/>
            </a:prstGeom>
            <a:noFill/>
          </p:spPr>
          <p:txBody>
            <a:bodyPr wrap="square" rtlCol="0">
              <a:spAutoFit/>
            </a:bodyPr>
            <a:lstStyle/>
            <a:p>
              <a:r>
                <a:rPr lang="en-US" sz="1000" dirty="0"/>
                <a:t>img[0]</a:t>
              </a:r>
            </a:p>
          </p:txBody>
        </p:sp>
      </p:grpSp>
      <p:grpSp>
        <p:nvGrpSpPr>
          <p:cNvPr id="5" name="Group 4">
            <a:extLst>
              <a:ext uri="{FF2B5EF4-FFF2-40B4-BE49-F238E27FC236}">
                <a16:creationId xmlns:a16="http://schemas.microsoft.com/office/drawing/2014/main" id="{E9648D41-BE7A-27A0-9B23-2A5762822E0C}"/>
              </a:ext>
            </a:extLst>
          </p:cNvPr>
          <p:cNvGrpSpPr/>
          <p:nvPr/>
        </p:nvGrpSpPr>
        <p:grpSpPr>
          <a:xfrm>
            <a:off x="674913" y="3103224"/>
            <a:ext cx="653143" cy="482610"/>
            <a:chOff x="685799" y="1273461"/>
            <a:chExt cx="653143" cy="482610"/>
          </a:xfrm>
        </p:grpSpPr>
        <p:sp>
          <p:nvSpPr>
            <p:cNvPr id="6" name="Oval 5">
              <a:extLst>
                <a:ext uri="{FF2B5EF4-FFF2-40B4-BE49-F238E27FC236}">
                  <a16:creationId xmlns:a16="http://schemas.microsoft.com/office/drawing/2014/main" id="{5D5EF246-C2A3-562B-082D-6668AE689361}"/>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7" name="TextBox 6">
              <a:extLst>
                <a:ext uri="{FF2B5EF4-FFF2-40B4-BE49-F238E27FC236}">
                  <a16:creationId xmlns:a16="http://schemas.microsoft.com/office/drawing/2014/main" id="{7853C1E5-E967-2D2F-9593-560C53D2F0D9}"/>
                </a:ext>
              </a:extLst>
            </p:cNvPr>
            <p:cNvSpPr txBox="1"/>
            <p:nvPr/>
          </p:nvSpPr>
          <p:spPr>
            <a:xfrm>
              <a:off x="685799" y="1387762"/>
              <a:ext cx="653143" cy="246221"/>
            </a:xfrm>
            <a:prstGeom prst="rect">
              <a:avLst/>
            </a:prstGeom>
            <a:noFill/>
          </p:spPr>
          <p:txBody>
            <a:bodyPr wrap="square" rtlCol="0">
              <a:spAutoFit/>
            </a:bodyPr>
            <a:lstStyle/>
            <a:p>
              <a:r>
                <a:rPr lang="en-US" sz="1000" dirty="0"/>
                <a:t>img[1]</a:t>
              </a:r>
            </a:p>
          </p:txBody>
        </p:sp>
      </p:grpSp>
      <p:grpSp>
        <p:nvGrpSpPr>
          <p:cNvPr id="8" name="Group 7">
            <a:extLst>
              <a:ext uri="{FF2B5EF4-FFF2-40B4-BE49-F238E27FC236}">
                <a16:creationId xmlns:a16="http://schemas.microsoft.com/office/drawing/2014/main" id="{C49F974C-CC71-303E-2212-593F07CA7725}"/>
              </a:ext>
            </a:extLst>
          </p:cNvPr>
          <p:cNvGrpSpPr/>
          <p:nvPr/>
        </p:nvGrpSpPr>
        <p:grpSpPr>
          <a:xfrm>
            <a:off x="674913" y="3704660"/>
            <a:ext cx="653143" cy="482610"/>
            <a:chOff x="685799" y="1273461"/>
            <a:chExt cx="653143" cy="482610"/>
          </a:xfrm>
        </p:grpSpPr>
        <p:sp>
          <p:nvSpPr>
            <p:cNvPr id="9" name="Oval 8">
              <a:extLst>
                <a:ext uri="{FF2B5EF4-FFF2-40B4-BE49-F238E27FC236}">
                  <a16:creationId xmlns:a16="http://schemas.microsoft.com/office/drawing/2014/main" id="{3CEAEEBD-BCE5-4162-7866-C21B3C7CA73B}"/>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0" name="TextBox 9">
              <a:extLst>
                <a:ext uri="{FF2B5EF4-FFF2-40B4-BE49-F238E27FC236}">
                  <a16:creationId xmlns:a16="http://schemas.microsoft.com/office/drawing/2014/main" id="{B5B0FC95-AC12-2F29-8E77-AB3D31EA32D0}"/>
                </a:ext>
              </a:extLst>
            </p:cNvPr>
            <p:cNvSpPr txBox="1"/>
            <p:nvPr/>
          </p:nvSpPr>
          <p:spPr>
            <a:xfrm>
              <a:off x="685799" y="1387762"/>
              <a:ext cx="653143" cy="246221"/>
            </a:xfrm>
            <a:prstGeom prst="rect">
              <a:avLst/>
            </a:prstGeom>
            <a:noFill/>
          </p:spPr>
          <p:txBody>
            <a:bodyPr wrap="square" rtlCol="0">
              <a:spAutoFit/>
            </a:bodyPr>
            <a:lstStyle/>
            <a:p>
              <a:r>
                <a:rPr lang="en-US" sz="1000" dirty="0"/>
                <a:t>img[2]</a:t>
              </a:r>
            </a:p>
          </p:txBody>
        </p:sp>
      </p:grpSp>
      <p:grpSp>
        <p:nvGrpSpPr>
          <p:cNvPr id="11" name="Group 10">
            <a:extLst>
              <a:ext uri="{FF2B5EF4-FFF2-40B4-BE49-F238E27FC236}">
                <a16:creationId xmlns:a16="http://schemas.microsoft.com/office/drawing/2014/main" id="{924BFB48-5AD8-AC63-5E1B-C4B6BBFAE7CB}"/>
              </a:ext>
            </a:extLst>
          </p:cNvPr>
          <p:cNvGrpSpPr/>
          <p:nvPr/>
        </p:nvGrpSpPr>
        <p:grpSpPr>
          <a:xfrm>
            <a:off x="682395" y="4298309"/>
            <a:ext cx="653143" cy="482610"/>
            <a:chOff x="685799" y="1273461"/>
            <a:chExt cx="653143" cy="482610"/>
          </a:xfrm>
        </p:grpSpPr>
        <p:sp>
          <p:nvSpPr>
            <p:cNvPr id="12" name="Oval 11">
              <a:extLst>
                <a:ext uri="{FF2B5EF4-FFF2-40B4-BE49-F238E27FC236}">
                  <a16:creationId xmlns:a16="http://schemas.microsoft.com/office/drawing/2014/main" id="{CF61C87C-E0BA-3686-6CEF-C08292BAEB48}"/>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3" name="TextBox 12">
              <a:extLst>
                <a:ext uri="{FF2B5EF4-FFF2-40B4-BE49-F238E27FC236}">
                  <a16:creationId xmlns:a16="http://schemas.microsoft.com/office/drawing/2014/main" id="{E780C2C9-CD5C-675D-55F2-24BAB8FAB1A7}"/>
                </a:ext>
              </a:extLst>
            </p:cNvPr>
            <p:cNvSpPr txBox="1"/>
            <p:nvPr/>
          </p:nvSpPr>
          <p:spPr>
            <a:xfrm>
              <a:off x="685799" y="1387762"/>
              <a:ext cx="653143" cy="246221"/>
            </a:xfrm>
            <a:prstGeom prst="rect">
              <a:avLst/>
            </a:prstGeom>
            <a:noFill/>
          </p:spPr>
          <p:txBody>
            <a:bodyPr wrap="square" rtlCol="0">
              <a:spAutoFit/>
            </a:bodyPr>
            <a:lstStyle/>
            <a:p>
              <a:r>
                <a:rPr lang="en-US" sz="1000" dirty="0"/>
                <a:t>img[3]</a:t>
              </a:r>
            </a:p>
          </p:txBody>
        </p:sp>
      </p:grpSp>
      <p:grpSp>
        <p:nvGrpSpPr>
          <p:cNvPr id="14" name="Group 13">
            <a:extLst>
              <a:ext uri="{FF2B5EF4-FFF2-40B4-BE49-F238E27FC236}">
                <a16:creationId xmlns:a16="http://schemas.microsoft.com/office/drawing/2014/main" id="{897E1C19-D0CB-6CFB-9BD7-EC6852D9CAD9}"/>
              </a:ext>
            </a:extLst>
          </p:cNvPr>
          <p:cNvGrpSpPr/>
          <p:nvPr/>
        </p:nvGrpSpPr>
        <p:grpSpPr>
          <a:xfrm>
            <a:off x="682395" y="5933155"/>
            <a:ext cx="653143" cy="482610"/>
            <a:chOff x="685799" y="1273461"/>
            <a:chExt cx="653143" cy="482610"/>
          </a:xfrm>
        </p:grpSpPr>
        <p:sp>
          <p:nvSpPr>
            <p:cNvPr id="15" name="Oval 14">
              <a:extLst>
                <a:ext uri="{FF2B5EF4-FFF2-40B4-BE49-F238E27FC236}">
                  <a16:creationId xmlns:a16="http://schemas.microsoft.com/office/drawing/2014/main" id="{F2025A1F-2C54-B20B-F7D6-DD2DDE0EF149}"/>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6" name="TextBox 15">
              <a:extLst>
                <a:ext uri="{FF2B5EF4-FFF2-40B4-BE49-F238E27FC236}">
                  <a16:creationId xmlns:a16="http://schemas.microsoft.com/office/drawing/2014/main" id="{46C8541C-9D25-0F03-C6EE-9341047A7D47}"/>
                </a:ext>
              </a:extLst>
            </p:cNvPr>
            <p:cNvSpPr txBox="1"/>
            <p:nvPr/>
          </p:nvSpPr>
          <p:spPr>
            <a:xfrm>
              <a:off x="685799" y="1387762"/>
              <a:ext cx="653143" cy="246221"/>
            </a:xfrm>
            <a:prstGeom prst="rect">
              <a:avLst/>
            </a:prstGeom>
            <a:noFill/>
          </p:spPr>
          <p:txBody>
            <a:bodyPr wrap="square" rtlCol="0">
              <a:spAutoFit/>
            </a:bodyPr>
            <a:lstStyle/>
            <a:p>
              <a:r>
                <a:rPr lang="en-US" sz="1000" dirty="0"/>
                <a:t>img[783]</a:t>
              </a:r>
            </a:p>
          </p:txBody>
        </p:sp>
      </p:grpSp>
      <p:grpSp>
        <p:nvGrpSpPr>
          <p:cNvPr id="17" name="Group 16">
            <a:extLst>
              <a:ext uri="{FF2B5EF4-FFF2-40B4-BE49-F238E27FC236}">
                <a16:creationId xmlns:a16="http://schemas.microsoft.com/office/drawing/2014/main" id="{322EEAF2-8A70-9D4B-03CE-4E1FA9AAAEFA}"/>
              </a:ext>
            </a:extLst>
          </p:cNvPr>
          <p:cNvGrpSpPr/>
          <p:nvPr/>
        </p:nvGrpSpPr>
        <p:grpSpPr>
          <a:xfrm>
            <a:off x="3340972" y="2501788"/>
            <a:ext cx="653143" cy="482610"/>
            <a:chOff x="685799" y="1273461"/>
            <a:chExt cx="653143" cy="482610"/>
          </a:xfrm>
        </p:grpSpPr>
        <p:sp>
          <p:nvSpPr>
            <p:cNvPr id="20" name="Oval 19">
              <a:extLst>
                <a:ext uri="{FF2B5EF4-FFF2-40B4-BE49-F238E27FC236}">
                  <a16:creationId xmlns:a16="http://schemas.microsoft.com/office/drawing/2014/main" id="{11FEE1F6-3954-A40D-CE0A-4D843242602B}"/>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1" name="TextBox 20">
              <a:extLst>
                <a:ext uri="{FF2B5EF4-FFF2-40B4-BE49-F238E27FC236}">
                  <a16:creationId xmlns:a16="http://schemas.microsoft.com/office/drawing/2014/main" id="{686D1AB3-D60D-E128-62C0-9B0CCDCEB805}"/>
                </a:ext>
              </a:extLst>
            </p:cNvPr>
            <p:cNvSpPr txBox="1"/>
            <p:nvPr/>
          </p:nvSpPr>
          <p:spPr>
            <a:xfrm>
              <a:off x="685799" y="1387762"/>
              <a:ext cx="653143" cy="246221"/>
            </a:xfrm>
            <a:prstGeom prst="rect">
              <a:avLst/>
            </a:prstGeom>
            <a:noFill/>
          </p:spPr>
          <p:txBody>
            <a:bodyPr wrap="square" rtlCol="0">
              <a:spAutoFit/>
            </a:bodyPr>
            <a:lstStyle/>
            <a:p>
              <a:r>
                <a:rPr lang="en-US" sz="1000" dirty="0"/>
                <a:t>   h[0]</a:t>
              </a:r>
            </a:p>
          </p:txBody>
        </p:sp>
      </p:grpSp>
      <p:grpSp>
        <p:nvGrpSpPr>
          <p:cNvPr id="22" name="Group 21">
            <a:extLst>
              <a:ext uri="{FF2B5EF4-FFF2-40B4-BE49-F238E27FC236}">
                <a16:creationId xmlns:a16="http://schemas.microsoft.com/office/drawing/2014/main" id="{EB78ADB4-D108-ECAE-45BD-5FFC1EECFB6A}"/>
              </a:ext>
            </a:extLst>
          </p:cNvPr>
          <p:cNvGrpSpPr/>
          <p:nvPr/>
        </p:nvGrpSpPr>
        <p:grpSpPr>
          <a:xfrm>
            <a:off x="3338249" y="3103224"/>
            <a:ext cx="653143" cy="482610"/>
            <a:chOff x="685799" y="1273461"/>
            <a:chExt cx="653143" cy="482610"/>
          </a:xfrm>
        </p:grpSpPr>
        <p:sp>
          <p:nvSpPr>
            <p:cNvPr id="23" name="Oval 22">
              <a:extLst>
                <a:ext uri="{FF2B5EF4-FFF2-40B4-BE49-F238E27FC236}">
                  <a16:creationId xmlns:a16="http://schemas.microsoft.com/office/drawing/2014/main" id="{251F5389-7E4D-5514-9825-236AFEA91B16}"/>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4" name="TextBox 23">
              <a:extLst>
                <a:ext uri="{FF2B5EF4-FFF2-40B4-BE49-F238E27FC236}">
                  <a16:creationId xmlns:a16="http://schemas.microsoft.com/office/drawing/2014/main" id="{EFF0ECF7-0DFE-6285-B56E-4A553214A313}"/>
                </a:ext>
              </a:extLst>
            </p:cNvPr>
            <p:cNvSpPr txBox="1"/>
            <p:nvPr/>
          </p:nvSpPr>
          <p:spPr>
            <a:xfrm>
              <a:off x="685799" y="1387762"/>
              <a:ext cx="653143" cy="246221"/>
            </a:xfrm>
            <a:prstGeom prst="rect">
              <a:avLst/>
            </a:prstGeom>
            <a:noFill/>
          </p:spPr>
          <p:txBody>
            <a:bodyPr wrap="square" rtlCol="0">
              <a:spAutoFit/>
            </a:bodyPr>
            <a:lstStyle/>
            <a:p>
              <a:r>
                <a:rPr lang="en-US" sz="1000" dirty="0"/>
                <a:t>   h[1]</a:t>
              </a:r>
            </a:p>
          </p:txBody>
        </p:sp>
      </p:grpSp>
      <p:grpSp>
        <p:nvGrpSpPr>
          <p:cNvPr id="25" name="Group 24">
            <a:extLst>
              <a:ext uri="{FF2B5EF4-FFF2-40B4-BE49-F238E27FC236}">
                <a16:creationId xmlns:a16="http://schemas.microsoft.com/office/drawing/2014/main" id="{C15805C3-A770-3BA3-748C-8411467A9BF5}"/>
              </a:ext>
            </a:extLst>
          </p:cNvPr>
          <p:cNvGrpSpPr/>
          <p:nvPr/>
        </p:nvGrpSpPr>
        <p:grpSpPr>
          <a:xfrm>
            <a:off x="3338249" y="3704660"/>
            <a:ext cx="653143" cy="482610"/>
            <a:chOff x="685799" y="1273461"/>
            <a:chExt cx="653143" cy="482610"/>
          </a:xfrm>
        </p:grpSpPr>
        <p:sp>
          <p:nvSpPr>
            <p:cNvPr id="26" name="Oval 25">
              <a:extLst>
                <a:ext uri="{FF2B5EF4-FFF2-40B4-BE49-F238E27FC236}">
                  <a16:creationId xmlns:a16="http://schemas.microsoft.com/office/drawing/2014/main" id="{8EB1DDAF-5883-12B8-439A-246DD1E5D3C5}"/>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7" name="TextBox 26">
              <a:extLst>
                <a:ext uri="{FF2B5EF4-FFF2-40B4-BE49-F238E27FC236}">
                  <a16:creationId xmlns:a16="http://schemas.microsoft.com/office/drawing/2014/main" id="{E2D3045B-B378-4E28-BE95-862222E4C4A0}"/>
                </a:ext>
              </a:extLst>
            </p:cNvPr>
            <p:cNvSpPr txBox="1"/>
            <p:nvPr/>
          </p:nvSpPr>
          <p:spPr>
            <a:xfrm>
              <a:off x="685799" y="1387762"/>
              <a:ext cx="653143" cy="246221"/>
            </a:xfrm>
            <a:prstGeom prst="rect">
              <a:avLst/>
            </a:prstGeom>
            <a:noFill/>
          </p:spPr>
          <p:txBody>
            <a:bodyPr wrap="square" rtlCol="0">
              <a:spAutoFit/>
            </a:bodyPr>
            <a:lstStyle/>
            <a:p>
              <a:r>
                <a:rPr lang="en-US" sz="1000" dirty="0"/>
                <a:t>   h[2]</a:t>
              </a:r>
            </a:p>
          </p:txBody>
        </p:sp>
      </p:grpSp>
      <p:grpSp>
        <p:nvGrpSpPr>
          <p:cNvPr id="31" name="Group 30">
            <a:extLst>
              <a:ext uri="{FF2B5EF4-FFF2-40B4-BE49-F238E27FC236}">
                <a16:creationId xmlns:a16="http://schemas.microsoft.com/office/drawing/2014/main" id="{899A8859-9AB9-A544-B6A8-E91FB1B8D04E}"/>
              </a:ext>
            </a:extLst>
          </p:cNvPr>
          <p:cNvGrpSpPr/>
          <p:nvPr/>
        </p:nvGrpSpPr>
        <p:grpSpPr>
          <a:xfrm>
            <a:off x="3345731" y="4797691"/>
            <a:ext cx="653143" cy="482610"/>
            <a:chOff x="685799" y="1273461"/>
            <a:chExt cx="653143" cy="482610"/>
          </a:xfrm>
        </p:grpSpPr>
        <p:sp>
          <p:nvSpPr>
            <p:cNvPr id="32" name="Oval 31">
              <a:extLst>
                <a:ext uri="{FF2B5EF4-FFF2-40B4-BE49-F238E27FC236}">
                  <a16:creationId xmlns:a16="http://schemas.microsoft.com/office/drawing/2014/main" id="{83E47089-4081-CFD4-F886-A656FB9B8EB9}"/>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3" name="TextBox 32">
              <a:extLst>
                <a:ext uri="{FF2B5EF4-FFF2-40B4-BE49-F238E27FC236}">
                  <a16:creationId xmlns:a16="http://schemas.microsoft.com/office/drawing/2014/main" id="{126A4197-5003-5DD2-2DBF-87D56A9724F5}"/>
                </a:ext>
              </a:extLst>
            </p:cNvPr>
            <p:cNvSpPr txBox="1"/>
            <p:nvPr/>
          </p:nvSpPr>
          <p:spPr>
            <a:xfrm>
              <a:off x="685799" y="1387762"/>
              <a:ext cx="653143" cy="246221"/>
            </a:xfrm>
            <a:prstGeom prst="rect">
              <a:avLst/>
            </a:prstGeom>
            <a:noFill/>
          </p:spPr>
          <p:txBody>
            <a:bodyPr wrap="square" rtlCol="0">
              <a:spAutoFit/>
            </a:bodyPr>
            <a:lstStyle/>
            <a:p>
              <a:r>
                <a:rPr lang="en-US" sz="1000" dirty="0"/>
                <a:t>  h[19]</a:t>
              </a:r>
            </a:p>
          </p:txBody>
        </p:sp>
      </p:grpSp>
      <p:cxnSp>
        <p:nvCxnSpPr>
          <p:cNvPr id="47" name="Straight Arrow Connector 46">
            <a:extLst>
              <a:ext uri="{FF2B5EF4-FFF2-40B4-BE49-F238E27FC236}">
                <a16:creationId xmlns:a16="http://schemas.microsoft.com/office/drawing/2014/main" id="{055E2D3E-93D9-D98D-83AD-6D6B35A576E7}"/>
              </a:ext>
            </a:extLst>
          </p:cNvPr>
          <p:cNvCxnSpPr>
            <a:stCxn id="3" idx="3"/>
            <a:endCxn id="21" idx="1"/>
          </p:cNvCxnSpPr>
          <p:nvPr/>
        </p:nvCxnSpPr>
        <p:spPr>
          <a:xfrm>
            <a:off x="1330779" y="2739200"/>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449A217-F585-11FB-1C67-B2DEB6CC4190}"/>
              </a:ext>
            </a:extLst>
          </p:cNvPr>
          <p:cNvCxnSpPr>
            <a:cxnSpLocks/>
            <a:stCxn id="7" idx="3"/>
            <a:endCxn id="21" idx="1"/>
          </p:cNvCxnSpPr>
          <p:nvPr/>
        </p:nvCxnSpPr>
        <p:spPr>
          <a:xfrm flipV="1">
            <a:off x="1328056" y="2739200"/>
            <a:ext cx="2012916"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CA74EEC-2ECD-F53C-5684-D60A0E70CC24}"/>
              </a:ext>
            </a:extLst>
          </p:cNvPr>
          <p:cNvCxnSpPr>
            <a:cxnSpLocks/>
            <a:stCxn id="10" idx="3"/>
            <a:endCxn id="21" idx="1"/>
          </p:cNvCxnSpPr>
          <p:nvPr/>
        </p:nvCxnSpPr>
        <p:spPr>
          <a:xfrm flipV="1">
            <a:off x="1328056" y="2739200"/>
            <a:ext cx="2012916" cy="1202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7A620DC7-8F9C-8ED1-C557-36720B3635EC}"/>
              </a:ext>
            </a:extLst>
          </p:cNvPr>
          <p:cNvCxnSpPr>
            <a:cxnSpLocks/>
            <a:stCxn id="13" idx="3"/>
            <a:endCxn id="21" idx="1"/>
          </p:cNvCxnSpPr>
          <p:nvPr/>
        </p:nvCxnSpPr>
        <p:spPr>
          <a:xfrm flipV="1">
            <a:off x="1335538" y="2739200"/>
            <a:ext cx="2005434" cy="1796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25628E70-CDEA-9A05-9DA5-3B2607C47898}"/>
              </a:ext>
            </a:extLst>
          </p:cNvPr>
          <p:cNvCxnSpPr>
            <a:cxnSpLocks/>
            <a:stCxn id="16" idx="3"/>
            <a:endCxn id="21" idx="1"/>
          </p:cNvCxnSpPr>
          <p:nvPr/>
        </p:nvCxnSpPr>
        <p:spPr>
          <a:xfrm flipV="1">
            <a:off x="1335538" y="2739200"/>
            <a:ext cx="2005434" cy="3431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A1B41787-3F7B-57A4-CBAC-7A0A968D287A}"/>
              </a:ext>
            </a:extLst>
          </p:cNvPr>
          <p:cNvSpPr txBox="1"/>
          <p:nvPr/>
        </p:nvSpPr>
        <p:spPr>
          <a:xfrm>
            <a:off x="2025397" y="2520041"/>
            <a:ext cx="615874" cy="246221"/>
          </a:xfrm>
          <a:prstGeom prst="rect">
            <a:avLst/>
          </a:prstGeom>
          <a:noFill/>
        </p:spPr>
        <p:txBody>
          <a:bodyPr wrap="none" rtlCol="0">
            <a:spAutoFit/>
          </a:bodyPr>
          <a:lstStyle/>
          <a:p>
            <a:r>
              <a:rPr lang="en-US" sz="1000" dirty="0"/>
              <a:t>wih[0,0]</a:t>
            </a:r>
          </a:p>
        </p:txBody>
      </p:sp>
      <p:sp>
        <p:nvSpPr>
          <p:cNvPr id="65" name="TextBox 64">
            <a:extLst>
              <a:ext uri="{FF2B5EF4-FFF2-40B4-BE49-F238E27FC236}">
                <a16:creationId xmlns:a16="http://schemas.microsoft.com/office/drawing/2014/main" id="{FFDF8846-1C03-7FE3-8CD8-44C18D8A19CA}"/>
              </a:ext>
            </a:extLst>
          </p:cNvPr>
          <p:cNvSpPr txBox="1"/>
          <p:nvPr/>
        </p:nvSpPr>
        <p:spPr>
          <a:xfrm>
            <a:off x="2022679" y="2884712"/>
            <a:ext cx="615874" cy="246221"/>
          </a:xfrm>
          <a:prstGeom prst="rect">
            <a:avLst/>
          </a:prstGeom>
          <a:noFill/>
        </p:spPr>
        <p:txBody>
          <a:bodyPr wrap="none" rtlCol="0">
            <a:spAutoFit/>
          </a:bodyPr>
          <a:lstStyle/>
          <a:p>
            <a:r>
              <a:rPr lang="en-US" sz="1000" dirty="0"/>
              <a:t>wih[0,1]</a:t>
            </a:r>
          </a:p>
        </p:txBody>
      </p:sp>
      <p:sp>
        <p:nvSpPr>
          <p:cNvPr id="66" name="TextBox 65">
            <a:extLst>
              <a:ext uri="{FF2B5EF4-FFF2-40B4-BE49-F238E27FC236}">
                <a16:creationId xmlns:a16="http://schemas.microsoft.com/office/drawing/2014/main" id="{AEA99472-70B2-4C7A-6E2A-AA3CC9A1DDE5}"/>
              </a:ext>
            </a:extLst>
          </p:cNvPr>
          <p:cNvSpPr txBox="1"/>
          <p:nvPr/>
        </p:nvSpPr>
        <p:spPr>
          <a:xfrm>
            <a:off x="2006349" y="3219446"/>
            <a:ext cx="615874" cy="246221"/>
          </a:xfrm>
          <a:prstGeom prst="rect">
            <a:avLst/>
          </a:prstGeom>
          <a:noFill/>
        </p:spPr>
        <p:txBody>
          <a:bodyPr wrap="none" rtlCol="0">
            <a:spAutoFit/>
          </a:bodyPr>
          <a:lstStyle/>
          <a:p>
            <a:r>
              <a:rPr lang="en-US" sz="1000" dirty="0"/>
              <a:t>wih[0,2]</a:t>
            </a:r>
          </a:p>
        </p:txBody>
      </p:sp>
      <p:sp>
        <p:nvSpPr>
          <p:cNvPr id="67" name="TextBox 66">
            <a:extLst>
              <a:ext uri="{FF2B5EF4-FFF2-40B4-BE49-F238E27FC236}">
                <a16:creationId xmlns:a16="http://schemas.microsoft.com/office/drawing/2014/main" id="{6BB80689-F285-F294-E503-126D0A345728}"/>
              </a:ext>
            </a:extLst>
          </p:cNvPr>
          <p:cNvSpPr txBox="1"/>
          <p:nvPr/>
        </p:nvSpPr>
        <p:spPr>
          <a:xfrm>
            <a:off x="1998179" y="3595005"/>
            <a:ext cx="615874" cy="246221"/>
          </a:xfrm>
          <a:prstGeom prst="rect">
            <a:avLst/>
          </a:prstGeom>
          <a:noFill/>
        </p:spPr>
        <p:txBody>
          <a:bodyPr wrap="none" rtlCol="0">
            <a:spAutoFit/>
          </a:bodyPr>
          <a:lstStyle/>
          <a:p>
            <a:r>
              <a:rPr lang="en-US" sz="1000" dirty="0"/>
              <a:t>wih[0,3]</a:t>
            </a:r>
          </a:p>
        </p:txBody>
      </p:sp>
      <p:sp>
        <p:nvSpPr>
          <p:cNvPr id="68" name="TextBox 67">
            <a:extLst>
              <a:ext uri="{FF2B5EF4-FFF2-40B4-BE49-F238E27FC236}">
                <a16:creationId xmlns:a16="http://schemas.microsoft.com/office/drawing/2014/main" id="{8D5FC19D-D767-21BA-ECCF-43F606B5C2E3}"/>
              </a:ext>
            </a:extLst>
          </p:cNvPr>
          <p:cNvSpPr txBox="1"/>
          <p:nvPr/>
        </p:nvSpPr>
        <p:spPr>
          <a:xfrm rot="18301223">
            <a:off x="1571767" y="4786771"/>
            <a:ext cx="747320" cy="246221"/>
          </a:xfrm>
          <a:prstGeom prst="rect">
            <a:avLst/>
          </a:prstGeom>
          <a:noFill/>
        </p:spPr>
        <p:txBody>
          <a:bodyPr wrap="none" rtlCol="0">
            <a:spAutoFit/>
          </a:bodyPr>
          <a:lstStyle/>
          <a:p>
            <a:r>
              <a:rPr lang="en-US" sz="1000" dirty="0"/>
              <a:t>wih[0,783]</a:t>
            </a:r>
          </a:p>
        </p:txBody>
      </p:sp>
      <p:cxnSp>
        <p:nvCxnSpPr>
          <p:cNvPr id="69" name="Straight Arrow Connector 68">
            <a:extLst>
              <a:ext uri="{FF2B5EF4-FFF2-40B4-BE49-F238E27FC236}">
                <a16:creationId xmlns:a16="http://schemas.microsoft.com/office/drawing/2014/main" id="{4EC60DCC-7EDB-CDB2-90C6-10B2E7BAC25E}"/>
              </a:ext>
            </a:extLst>
          </p:cNvPr>
          <p:cNvCxnSpPr>
            <a:cxnSpLocks/>
            <a:stCxn id="3" idx="3"/>
            <a:endCxn id="24" idx="1"/>
          </p:cNvCxnSpPr>
          <p:nvPr/>
        </p:nvCxnSpPr>
        <p:spPr>
          <a:xfrm>
            <a:off x="1330779" y="2739200"/>
            <a:ext cx="2007470"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560BBF1E-DECF-550B-5F51-D4192F49F3E1}"/>
              </a:ext>
            </a:extLst>
          </p:cNvPr>
          <p:cNvCxnSpPr>
            <a:cxnSpLocks/>
            <a:stCxn id="7" idx="3"/>
            <a:endCxn id="24" idx="1"/>
          </p:cNvCxnSpPr>
          <p:nvPr/>
        </p:nvCxnSpPr>
        <p:spPr>
          <a:xfrm>
            <a:off x="1328056" y="3340636"/>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EE3420EC-D081-E267-451A-26273AD6B396}"/>
              </a:ext>
            </a:extLst>
          </p:cNvPr>
          <p:cNvCxnSpPr>
            <a:cxnSpLocks/>
            <a:stCxn id="10" idx="3"/>
            <a:endCxn id="24" idx="1"/>
          </p:cNvCxnSpPr>
          <p:nvPr/>
        </p:nvCxnSpPr>
        <p:spPr>
          <a:xfrm flipV="1">
            <a:off x="1328056" y="3340636"/>
            <a:ext cx="2010193"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25FF48D2-3778-1758-6927-2BF88FE20754}"/>
              </a:ext>
            </a:extLst>
          </p:cNvPr>
          <p:cNvCxnSpPr>
            <a:cxnSpLocks/>
            <a:stCxn id="13" idx="3"/>
            <a:endCxn id="24" idx="1"/>
          </p:cNvCxnSpPr>
          <p:nvPr/>
        </p:nvCxnSpPr>
        <p:spPr>
          <a:xfrm flipV="1">
            <a:off x="1335538" y="3340636"/>
            <a:ext cx="2002711" cy="1195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F69565A2-B76A-6C11-9625-3C3FD4149DD4}"/>
              </a:ext>
            </a:extLst>
          </p:cNvPr>
          <p:cNvCxnSpPr>
            <a:cxnSpLocks/>
            <a:stCxn id="16" idx="3"/>
            <a:endCxn id="24" idx="1"/>
          </p:cNvCxnSpPr>
          <p:nvPr/>
        </p:nvCxnSpPr>
        <p:spPr>
          <a:xfrm flipV="1">
            <a:off x="1335538" y="3340636"/>
            <a:ext cx="2002711" cy="2829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10BC5BC-D1AD-1237-CE2D-DA4CD108B34D}"/>
              </a:ext>
            </a:extLst>
          </p:cNvPr>
          <p:cNvSpPr txBox="1"/>
          <p:nvPr/>
        </p:nvSpPr>
        <p:spPr>
          <a:xfrm rot="18406954">
            <a:off x="1653402" y="4966326"/>
            <a:ext cx="747320" cy="246221"/>
          </a:xfrm>
          <a:prstGeom prst="rect">
            <a:avLst/>
          </a:prstGeom>
          <a:noFill/>
        </p:spPr>
        <p:txBody>
          <a:bodyPr wrap="none" rtlCol="0">
            <a:spAutoFit/>
          </a:bodyPr>
          <a:lstStyle/>
          <a:p>
            <a:r>
              <a:rPr lang="en-US" sz="1000" dirty="0"/>
              <a:t>wih[1,783]</a:t>
            </a:r>
          </a:p>
        </p:txBody>
      </p:sp>
      <p:cxnSp>
        <p:nvCxnSpPr>
          <p:cNvPr id="85" name="Straight Arrow Connector 84">
            <a:extLst>
              <a:ext uri="{FF2B5EF4-FFF2-40B4-BE49-F238E27FC236}">
                <a16:creationId xmlns:a16="http://schemas.microsoft.com/office/drawing/2014/main" id="{BACCDB25-E2E6-E6A8-E506-12D7C53EC4EC}"/>
              </a:ext>
            </a:extLst>
          </p:cNvPr>
          <p:cNvCxnSpPr>
            <a:cxnSpLocks/>
            <a:stCxn id="16" idx="3"/>
            <a:endCxn id="33" idx="1"/>
          </p:cNvCxnSpPr>
          <p:nvPr/>
        </p:nvCxnSpPr>
        <p:spPr>
          <a:xfrm flipV="1">
            <a:off x="1335538" y="5035103"/>
            <a:ext cx="2010193" cy="1135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10D16459-901A-54E1-D714-9940255056C4}"/>
              </a:ext>
            </a:extLst>
          </p:cNvPr>
          <p:cNvCxnSpPr>
            <a:cxnSpLocks/>
            <a:stCxn id="16" idx="3"/>
            <a:endCxn id="27" idx="1"/>
          </p:cNvCxnSpPr>
          <p:nvPr/>
        </p:nvCxnSpPr>
        <p:spPr>
          <a:xfrm flipV="1">
            <a:off x="1335538" y="3942072"/>
            <a:ext cx="2002711" cy="2228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81A250C3-1420-9633-689B-9186C6975558}"/>
              </a:ext>
            </a:extLst>
          </p:cNvPr>
          <p:cNvSpPr txBox="1"/>
          <p:nvPr/>
        </p:nvSpPr>
        <p:spPr>
          <a:xfrm rot="19737028">
            <a:off x="1888078" y="5399155"/>
            <a:ext cx="813043" cy="246221"/>
          </a:xfrm>
          <a:prstGeom prst="rect">
            <a:avLst/>
          </a:prstGeom>
          <a:noFill/>
        </p:spPr>
        <p:txBody>
          <a:bodyPr wrap="none" rtlCol="0">
            <a:spAutoFit/>
          </a:bodyPr>
          <a:lstStyle/>
          <a:p>
            <a:r>
              <a:rPr lang="en-US" sz="1000" dirty="0"/>
              <a:t>wih[19,783]</a:t>
            </a:r>
          </a:p>
        </p:txBody>
      </p:sp>
      <p:cxnSp>
        <p:nvCxnSpPr>
          <p:cNvPr id="92" name="Straight Arrow Connector 91">
            <a:extLst>
              <a:ext uri="{FF2B5EF4-FFF2-40B4-BE49-F238E27FC236}">
                <a16:creationId xmlns:a16="http://schemas.microsoft.com/office/drawing/2014/main" id="{73810256-AEF1-3EF1-16A5-B295B40AE7D6}"/>
              </a:ext>
            </a:extLst>
          </p:cNvPr>
          <p:cNvCxnSpPr>
            <a:cxnSpLocks/>
            <a:stCxn id="3" idx="3"/>
            <a:endCxn id="27" idx="1"/>
          </p:cNvCxnSpPr>
          <p:nvPr/>
        </p:nvCxnSpPr>
        <p:spPr>
          <a:xfrm>
            <a:off x="1330779" y="2739200"/>
            <a:ext cx="2007470" cy="1202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75CB8865-4595-0F86-4007-81C6261CE88E}"/>
              </a:ext>
            </a:extLst>
          </p:cNvPr>
          <p:cNvCxnSpPr>
            <a:cxnSpLocks/>
            <a:stCxn id="7" idx="3"/>
            <a:endCxn id="27" idx="1"/>
          </p:cNvCxnSpPr>
          <p:nvPr/>
        </p:nvCxnSpPr>
        <p:spPr>
          <a:xfrm>
            <a:off x="1328056" y="3340636"/>
            <a:ext cx="2010193"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87416CE7-F210-EBBA-9CA1-33AA4A88E839}"/>
              </a:ext>
            </a:extLst>
          </p:cNvPr>
          <p:cNvCxnSpPr>
            <a:cxnSpLocks/>
            <a:stCxn id="10" idx="3"/>
            <a:endCxn id="27" idx="1"/>
          </p:cNvCxnSpPr>
          <p:nvPr/>
        </p:nvCxnSpPr>
        <p:spPr>
          <a:xfrm>
            <a:off x="1328056" y="3942072"/>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9BDD5763-CDB4-08B9-9D95-DA23C4A343C5}"/>
              </a:ext>
            </a:extLst>
          </p:cNvPr>
          <p:cNvCxnSpPr>
            <a:cxnSpLocks/>
            <a:stCxn id="13" idx="3"/>
            <a:endCxn id="27" idx="1"/>
          </p:cNvCxnSpPr>
          <p:nvPr/>
        </p:nvCxnSpPr>
        <p:spPr>
          <a:xfrm flipV="1">
            <a:off x="1335538" y="3942072"/>
            <a:ext cx="2002711" cy="593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E9AC6150-ABF9-D866-93D1-F0A2D2B613EA}"/>
              </a:ext>
            </a:extLst>
          </p:cNvPr>
          <p:cNvCxnSpPr>
            <a:cxnSpLocks/>
            <a:stCxn id="3" idx="3"/>
            <a:endCxn id="33" idx="1"/>
          </p:cNvCxnSpPr>
          <p:nvPr/>
        </p:nvCxnSpPr>
        <p:spPr>
          <a:xfrm>
            <a:off x="1330779" y="2739200"/>
            <a:ext cx="2014952" cy="2295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9EFF1343-F160-43BB-5695-F9F02F2DE5D1}"/>
              </a:ext>
            </a:extLst>
          </p:cNvPr>
          <p:cNvCxnSpPr>
            <a:cxnSpLocks/>
            <a:stCxn id="7" idx="3"/>
            <a:endCxn id="33" idx="1"/>
          </p:cNvCxnSpPr>
          <p:nvPr/>
        </p:nvCxnSpPr>
        <p:spPr>
          <a:xfrm>
            <a:off x="1328056" y="3340636"/>
            <a:ext cx="2017675" cy="1694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DC3ED143-636A-BDF5-A76E-4199ED32C3C0}"/>
              </a:ext>
            </a:extLst>
          </p:cNvPr>
          <p:cNvCxnSpPr>
            <a:cxnSpLocks/>
            <a:stCxn id="10" idx="3"/>
            <a:endCxn id="33" idx="1"/>
          </p:cNvCxnSpPr>
          <p:nvPr/>
        </p:nvCxnSpPr>
        <p:spPr>
          <a:xfrm>
            <a:off x="1328056" y="3942072"/>
            <a:ext cx="2017675" cy="1093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76F299BC-AE29-1AB2-ED32-0D522948AF60}"/>
              </a:ext>
            </a:extLst>
          </p:cNvPr>
          <p:cNvCxnSpPr>
            <a:cxnSpLocks/>
          </p:cNvCxnSpPr>
          <p:nvPr/>
        </p:nvCxnSpPr>
        <p:spPr>
          <a:xfrm>
            <a:off x="1301019" y="4493136"/>
            <a:ext cx="2010193" cy="499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62F9DDA2-C9A2-8F5D-6926-77778ACF8611}"/>
              </a:ext>
            </a:extLst>
          </p:cNvPr>
          <p:cNvSpPr txBox="1"/>
          <p:nvPr/>
        </p:nvSpPr>
        <p:spPr>
          <a:xfrm>
            <a:off x="525184" y="791413"/>
            <a:ext cx="10429327" cy="463204"/>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sz="2200" dirty="0">
                <a:solidFill>
                  <a:srgbClr val="FF0000"/>
                </a:solidFill>
                <a:latin typeface="Times New Roman" panose="02020603050405020304" pitchFamily="18" charset="0"/>
                <a:cs typeface="Times New Roman" panose="02020603050405020304" pitchFamily="18" charset="0"/>
              </a:rPr>
              <a:t>Matrix Operations</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117" name="TextBox 116">
            <a:extLst>
              <a:ext uri="{FF2B5EF4-FFF2-40B4-BE49-F238E27FC236}">
                <a16:creationId xmlns:a16="http://schemas.microsoft.com/office/drawing/2014/main" id="{161BCF64-3CB8-038B-94A0-3FCCAAD566AD}"/>
              </a:ext>
            </a:extLst>
          </p:cNvPr>
          <p:cNvSpPr txBox="1"/>
          <p:nvPr/>
        </p:nvSpPr>
        <p:spPr>
          <a:xfrm>
            <a:off x="4599014" y="1643013"/>
            <a:ext cx="7209831" cy="5049331"/>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The img matrix is [784x1], which is a vertical vector.</a:t>
            </a:r>
          </a:p>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The hidden matrix is [20x1], which is a vertical vector too.</a:t>
            </a:r>
          </a:p>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Then, what is the shape of the “wih” matrix?</a:t>
            </a:r>
          </a:p>
          <a:p>
            <a:pPr marR="0" lvl="0" algn="just" defTabSz="541338" rtl="0" eaLnBrk="1" fontAlgn="auto" latinLnBrk="0" hangingPunct="1">
              <a:lnSpc>
                <a:spcPct val="120000"/>
              </a:lnSpc>
              <a:spcBef>
                <a:spcPts val="0"/>
              </a:spcBef>
              <a:spcAft>
                <a:spcPts val="0"/>
              </a:spcAft>
              <a:buClrTx/>
              <a:buSzTx/>
              <a:tabLst/>
              <a:defRPr/>
            </a:pPr>
            <a:endParaRPr lang="en-US"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b="1" dirty="0">
                <a:solidFill>
                  <a:srgbClr val="404040"/>
                </a:solidFill>
                <a:latin typeface="Times New Roman" panose="02020603050405020304" pitchFamily="18" charset="0"/>
                <a:cs typeface="Times New Roman" panose="02020603050405020304" pitchFamily="18" charset="0"/>
              </a:rPr>
              <a:t>How to Find the Shape of wih</a:t>
            </a:r>
          </a:p>
          <a:p>
            <a:pPr marR="0" lvl="0" algn="just" defTabSz="541338" rtl="0" eaLnBrk="1" fontAlgn="auto" latinLnBrk="0" hangingPunct="1">
              <a:lnSpc>
                <a:spcPct val="120000"/>
              </a:lnSpc>
              <a:spcBef>
                <a:spcPts val="0"/>
              </a:spcBef>
              <a:spcAft>
                <a:spcPts val="0"/>
              </a:spcAft>
              <a:buClrTx/>
              <a:buSzTx/>
              <a:tabLst/>
              <a:defRPr/>
            </a:pPr>
            <a:r>
              <a:rPr lang="en-US" dirty="0" err="1">
                <a:solidFill>
                  <a:srgbClr val="404040"/>
                </a:solidFill>
                <a:latin typeface="Times New Roman" panose="02020603050405020304" pitchFamily="18" charset="0"/>
                <a:cs typeface="Times New Roman" panose="02020603050405020304" pitchFamily="18" charset="0"/>
              </a:rPr>
              <a:t>wih.img</a:t>
            </a:r>
            <a:r>
              <a:rPr lang="en-US" dirty="0">
                <a:solidFill>
                  <a:srgbClr val="404040"/>
                </a:solidFill>
                <a:latin typeface="Times New Roman" panose="02020603050405020304" pitchFamily="18" charset="0"/>
                <a:cs typeface="Times New Roman" panose="02020603050405020304" pitchFamily="18" charset="0"/>
              </a:rPr>
              <a:t> = hidden</a:t>
            </a:r>
          </a:p>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 x ?] . [784x1] = [20x1]</a:t>
            </a:r>
          </a:p>
          <a:p>
            <a:pPr algn="just" defTabSz="541338">
              <a:lnSpc>
                <a:spcPct val="120000"/>
              </a:lnSpc>
              <a:defRPr/>
            </a:pPr>
            <a:r>
              <a:rPr lang="en-US" dirty="0">
                <a:solidFill>
                  <a:srgbClr val="404040"/>
                </a:solidFill>
                <a:latin typeface="Times New Roman" panose="02020603050405020304" pitchFamily="18" charset="0"/>
                <a:cs typeface="Times New Roman" panose="02020603050405020304" pitchFamily="18" charset="0"/>
              </a:rPr>
              <a:t>[20x784] . [784x1] = [20x1]                    #according to matrix theory.</a:t>
            </a:r>
          </a:p>
          <a:p>
            <a:pPr algn="just" defTabSz="541338">
              <a:lnSpc>
                <a:spcPct val="120000"/>
              </a:lnSpc>
              <a:defRPr/>
            </a:pPr>
            <a:r>
              <a:rPr lang="en-US" dirty="0">
                <a:solidFill>
                  <a:srgbClr val="404040"/>
                </a:solidFill>
                <a:latin typeface="Times New Roman" panose="02020603050405020304" pitchFamily="18" charset="0"/>
                <a:cs typeface="Times New Roman" panose="02020603050405020304" pitchFamily="18" charset="0"/>
              </a:rPr>
              <a:t>Thus the shape of “wih” matrix is here defined as 20x784.</a:t>
            </a:r>
          </a:p>
          <a:p>
            <a:pPr algn="just" defTabSz="541338">
              <a:lnSpc>
                <a:spcPct val="120000"/>
              </a:lnSpc>
              <a:defRPr/>
            </a:pPr>
            <a:endParaRPr lang="en-US" dirty="0">
              <a:solidFill>
                <a:srgbClr val="404040"/>
              </a:solidFill>
              <a:latin typeface="Times New Roman" panose="02020603050405020304" pitchFamily="18" charset="0"/>
              <a:cs typeface="Times New Roman" panose="02020603050405020304" pitchFamily="18" charset="0"/>
            </a:endParaRPr>
          </a:p>
          <a:p>
            <a:pPr algn="just" defTabSz="541338">
              <a:lnSpc>
                <a:spcPct val="120000"/>
              </a:lnSpc>
              <a:defRPr/>
            </a:pPr>
            <a:r>
              <a:rPr lang="en-US" dirty="0">
                <a:solidFill>
                  <a:srgbClr val="404040"/>
                </a:solidFill>
                <a:latin typeface="Times New Roman" panose="02020603050405020304" pitchFamily="18" charset="0"/>
                <a:cs typeface="Times New Roman" panose="02020603050405020304" pitchFamily="18" charset="0"/>
              </a:rPr>
              <a:t>Note</a:t>
            </a:r>
          </a:p>
          <a:p>
            <a:pPr marL="285750" indent="-285750" algn="just" defTabSz="541338">
              <a:lnSpc>
                <a:spcPct val="120000"/>
              </a:lnSpc>
              <a:buFont typeface="Wingdings" panose="05000000000000000000" pitchFamily="2" charset="2"/>
              <a:buChar char="§"/>
              <a:defRPr/>
            </a:pPr>
            <a:r>
              <a:rPr lang="en-US" dirty="0">
                <a:solidFill>
                  <a:srgbClr val="404040"/>
                </a:solidFill>
                <a:latin typeface="Times New Roman" panose="02020603050405020304" pitchFamily="18" charset="0"/>
                <a:cs typeface="Times New Roman" panose="02020603050405020304" pitchFamily="18" charset="0"/>
              </a:rPr>
              <a:t>The matrix operation will be alright whatever the number of hidden layer’s neurons.</a:t>
            </a:r>
          </a:p>
          <a:p>
            <a:pPr marL="285750" indent="-285750" algn="just" defTabSz="541338">
              <a:lnSpc>
                <a:spcPct val="120000"/>
              </a:lnSpc>
              <a:buFont typeface="Wingdings" panose="05000000000000000000" pitchFamily="2" charset="2"/>
              <a:buChar char="§"/>
              <a:defRPr/>
            </a:pPr>
            <a:r>
              <a:rPr lang="en-US" dirty="0">
                <a:solidFill>
                  <a:srgbClr val="404040"/>
                </a:solidFill>
                <a:latin typeface="Times New Roman" panose="02020603050405020304" pitchFamily="18" charset="0"/>
                <a:cs typeface="Times New Roman" panose="02020603050405020304" pitchFamily="18" charset="0"/>
              </a:rPr>
              <a:t>The number of hidden layer’s here is intuitively 20. It should be studied further how to determine it by referring to new research findings.</a:t>
            </a:r>
          </a:p>
        </p:txBody>
      </p:sp>
      <p:sp>
        <p:nvSpPr>
          <p:cNvPr id="118" name="Oval 117">
            <a:extLst>
              <a:ext uri="{FF2B5EF4-FFF2-40B4-BE49-F238E27FC236}">
                <a16:creationId xmlns:a16="http://schemas.microsoft.com/office/drawing/2014/main" id="{744F334E-8CB6-13B6-98C7-371C5C132D24}"/>
              </a:ext>
            </a:extLst>
          </p:cNvPr>
          <p:cNvSpPr/>
          <p:nvPr/>
        </p:nvSpPr>
        <p:spPr>
          <a:xfrm>
            <a:off x="4620186" y="4008687"/>
            <a:ext cx="972349" cy="30455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F9FDD768-1E41-05E4-A331-2548C40C3CBC}"/>
              </a:ext>
            </a:extLst>
          </p:cNvPr>
          <p:cNvSpPr/>
          <p:nvPr/>
        </p:nvSpPr>
        <p:spPr>
          <a:xfrm>
            <a:off x="742817" y="1739782"/>
            <a:ext cx="489437" cy="482610"/>
          </a:xfrm>
          <a:prstGeom prst="ellipse">
            <a:avLst/>
          </a:prstGeom>
          <a:solidFill>
            <a:schemeClr val="accent4">
              <a:lumMod val="20000"/>
              <a:lumOff val="8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0" name="TextBox 29">
            <a:extLst>
              <a:ext uri="{FF2B5EF4-FFF2-40B4-BE49-F238E27FC236}">
                <a16:creationId xmlns:a16="http://schemas.microsoft.com/office/drawing/2014/main" id="{40FD0BCF-2F90-8B04-FE65-8756E27C787A}"/>
              </a:ext>
            </a:extLst>
          </p:cNvPr>
          <p:cNvSpPr txBox="1"/>
          <p:nvPr/>
        </p:nvSpPr>
        <p:spPr>
          <a:xfrm>
            <a:off x="708771" y="1867737"/>
            <a:ext cx="653143" cy="246221"/>
          </a:xfrm>
          <a:prstGeom prst="rect">
            <a:avLst/>
          </a:prstGeom>
          <a:noFill/>
        </p:spPr>
        <p:txBody>
          <a:bodyPr wrap="square" rtlCol="0">
            <a:spAutoFit/>
          </a:bodyPr>
          <a:lstStyle/>
          <a:p>
            <a:r>
              <a:rPr lang="en-US" sz="1000" dirty="0"/>
              <a:t>bias = 1</a:t>
            </a:r>
          </a:p>
        </p:txBody>
      </p:sp>
      <p:cxnSp>
        <p:nvCxnSpPr>
          <p:cNvPr id="34" name="Straight Arrow Connector 33">
            <a:extLst>
              <a:ext uri="{FF2B5EF4-FFF2-40B4-BE49-F238E27FC236}">
                <a16:creationId xmlns:a16="http://schemas.microsoft.com/office/drawing/2014/main" id="{03F32D58-7D59-A676-8966-129E33C34F8F}"/>
              </a:ext>
            </a:extLst>
          </p:cNvPr>
          <p:cNvCxnSpPr>
            <a:cxnSpLocks/>
            <a:stCxn id="30" idx="3"/>
            <a:endCxn id="21" idx="1"/>
          </p:cNvCxnSpPr>
          <p:nvPr/>
        </p:nvCxnSpPr>
        <p:spPr>
          <a:xfrm>
            <a:off x="1361914" y="1990848"/>
            <a:ext cx="1979058" cy="748352"/>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E772D37C-2661-9C12-7C00-E3EC62093074}"/>
              </a:ext>
            </a:extLst>
          </p:cNvPr>
          <p:cNvSpPr txBox="1"/>
          <p:nvPr/>
        </p:nvSpPr>
        <p:spPr>
          <a:xfrm rot="1267240">
            <a:off x="1690309" y="1907509"/>
            <a:ext cx="494046" cy="246221"/>
          </a:xfrm>
          <a:prstGeom prst="rect">
            <a:avLst/>
          </a:prstGeom>
          <a:noFill/>
        </p:spPr>
        <p:txBody>
          <a:bodyPr wrap="none" rtlCol="0">
            <a:spAutoFit/>
          </a:bodyPr>
          <a:lstStyle/>
          <a:p>
            <a:r>
              <a:rPr lang="en-US" sz="1000" dirty="0" err="1"/>
              <a:t>bih</a:t>
            </a:r>
            <a:r>
              <a:rPr lang="en-US" sz="1000" dirty="0"/>
              <a:t>[0]</a:t>
            </a:r>
          </a:p>
        </p:txBody>
      </p:sp>
      <p:cxnSp>
        <p:nvCxnSpPr>
          <p:cNvPr id="38" name="Straight Arrow Connector 37">
            <a:extLst>
              <a:ext uri="{FF2B5EF4-FFF2-40B4-BE49-F238E27FC236}">
                <a16:creationId xmlns:a16="http://schemas.microsoft.com/office/drawing/2014/main" id="{991BB598-26F1-33F5-3D5E-1036247FC230}"/>
              </a:ext>
            </a:extLst>
          </p:cNvPr>
          <p:cNvCxnSpPr>
            <a:cxnSpLocks/>
            <a:stCxn id="30" idx="3"/>
            <a:endCxn id="24" idx="1"/>
          </p:cNvCxnSpPr>
          <p:nvPr/>
        </p:nvCxnSpPr>
        <p:spPr>
          <a:xfrm>
            <a:off x="1361914" y="1990848"/>
            <a:ext cx="1976335" cy="1349788"/>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786AB35-02F7-3F26-D40B-E5769C62ED10}"/>
              </a:ext>
            </a:extLst>
          </p:cNvPr>
          <p:cNvCxnSpPr>
            <a:cxnSpLocks/>
            <a:stCxn id="30" idx="3"/>
            <a:endCxn id="27" idx="1"/>
          </p:cNvCxnSpPr>
          <p:nvPr/>
        </p:nvCxnSpPr>
        <p:spPr>
          <a:xfrm>
            <a:off x="1361914" y="1990848"/>
            <a:ext cx="1976335" cy="1951224"/>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14A2A41-0825-E9E8-4DE4-BAC3FD63B71F}"/>
              </a:ext>
            </a:extLst>
          </p:cNvPr>
          <p:cNvCxnSpPr>
            <a:cxnSpLocks/>
            <a:stCxn id="30" idx="3"/>
            <a:endCxn id="33" idx="1"/>
          </p:cNvCxnSpPr>
          <p:nvPr/>
        </p:nvCxnSpPr>
        <p:spPr>
          <a:xfrm>
            <a:off x="1361914" y="1990848"/>
            <a:ext cx="1983817" cy="3044255"/>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DE8B624-F3B1-BA6E-C86E-DF109A6E00DB}"/>
              </a:ext>
            </a:extLst>
          </p:cNvPr>
          <p:cNvSpPr txBox="1"/>
          <p:nvPr/>
        </p:nvSpPr>
        <p:spPr>
          <a:xfrm rot="1267240">
            <a:off x="1605317" y="2121459"/>
            <a:ext cx="494046" cy="246221"/>
          </a:xfrm>
          <a:prstGeom prst="rect">
            <a:avLst/>
          </a:prstGeom>
          <a:noFill/>
        </p:spPr>
        <p:txBody>
          <a:bodyPr wrap="none" rtlCol="0">
            <a:spAutoFit/>
          </a:bodyPr>
          <a:lstStyle/>
          <a:p>
            <a:r>
              <a:rPr lang="en-US" sz="1000" dirty="0" err="1"/>
              <a:t>bih</a:t>
            </a:r>
            <a:r>
              <a:rPr lang="en-US" sz="1000" dirty="0"/>
              <a:t>[1]</a:t>
            </a:r>
          </a:p>
        </p:txBody>
      </p:sp>
      <p:sp>
        <p:nvSpPr>
          <p:cNvPr id="50" name="TextBox 49">
            <a:extLst>
              <a:ext uri="{FF2B5EF4-FFF2-40B4-BE49-F238E27FC236}">
                <a16:creationId xmlns:a16="http://schemas.microsoft.com/office/drawing/2014/main" id="{0A6B996B-5C47-9306-3BDE-87B00E6841EE}"/>
              </a:ext>
            </a:extLst>
          </p:cNvPr>
          <p:cNvSpPr txBox="1"/>
          <p:nvPr/>
        </p:nvSpPr>
        <p:spPr>
          <a:xfrm rot="3730976">
            <a:off x="1276451" y="2309032"/>
            <a:ext cx="559769" cy="246221"/>
          </a:xfrm>
          <a:prstGeom prst="rect">
            <a:avLst/>
          </a:prstGeom>
          <a:noFill/>
        </p:spPr>
        <p:txBody>
          <a:bodyPr wrap="none" rtlCol="0">
            <a:spAutoFit/>
          </a:bodyPr>
          <a:lstStyle/>
          <a:p>
            <a:r>
              <a:rPr lang="en-US" sz="1000" dirty="0" err="1"/>
              <a:t>bih</a:t>
            </a:r>
            <a:r>
              <a:rPr lang="en-US" sz="1000" dirty="0"/>
              <a:t>[19]</a:t>
            </a:r>
          </a:p>
        </p:txBody>
      </p:sp>
      <p:sp>
        <p:nvSpPr>
          <p:cNvPr id="51" name="TextBox 50">
            <a:extLst>
              <a:ext uri="{FF2B5EF4-FFF2-40B4-BE49-F238E27FC236}">
                <a16:creationId xmlns:a16="http://schemas.microsoft.com/office/drawing/2014/main" id="{BCDF73ED-1B45-8F3D-97A4-EAAD0DF08E44}"/>
              </a:ext>
            </a:extLst>
          </p:cNvPr>
          <p:cNvSpPr txBox="1"/>
          <p:nvPr/>
        </p:nvSpPr>
        <p:spPr>
          <a:xfrm rot="2624062">
            <a:off x="1663935" y="2408680"/>
            <a:ext cx="494046" cy="246221"/>
          </a:xfrm>
          <a:prstGeom prst="rect">
            <a:avLst/>
          </a:prstGeom>
          <a:noFill/>
        </p:spPr>
        <p:txBody>
          <a:bodyPr wrap="none" rtlCol="0">
            <a:spAutoFit/>
          </a:bodyPr>
          <a:lstStyle/>
          <a:p>
            <a:r>
              <a:rPr lang="en-US" sz="1000" dirty="0" err="1"/>
              <a:t>bih</a:t>
            </a:r>
            <a:r>
              <a:rPr lang="en-US" sz="1000" dirty="0"/>
              <a:t>[2]</a:t>
            </a:r>
          </a:p>
        </p:txBody>
      </p:sp>
      <p:sp>
        <p:nvSpPr>
          <p:cNvPr id="28" name="Freeform: Shape 27">
            <a:extLst>
              <a:ext uri="{FF2B5EF4-FFF2-40B4-BE49-F238E27FC236}">
                <a16:creationId xmlns:a16="http://schemas.microsoft.com/office/drawing/2014/main" id="{B55E586A-DB64-0620-0E55-FDF5DEB90CA5}"/>
              </a:ext>
            </a:extLst>
          </p:cNvPr>
          <p:cNvSpPr/>
          <p:nvPr/>
        </p:nvSpPr>
        <p:spPr>
          <a:xfrm>
            <a:off x="963386" y="1271103"/>
            <a:ext cx="3600450" cy="717605"/>
          </a:xfrm>
          <a:custGeom>
            <a:avLst/>
            <a:gdLst>
              <a:gd name="connsiteX0" fmla="*/ 0 w 3600450"/>
              <a:gd name="connsiteY0" fmla="*/ 345970 h 717605"/>
              <a:gd name="connsiteX1" fmla="*/ 269421 w 3600450"/>
              <a:gd name="connsiteY1" fmla="*/ 133698 h 717605"/>
              <a:gd name="connsiteX2" fmla="*/ 889907 w 3600450"/>
              <a:gd name="connsiteY2" fmla="*/ 3070 h 717605"/>
              <a:gd name="connsiteX3" fmla="*/ 1861457 w 3600450"/>
              <a:gd name="connsiteY3" fmla="*/ 76548 h 717605"/>
              <a:gd name="connsiteX4" fmla="*/ 2759528 w 3600450"/>
              <a:gd name="connsiteY4" fmla="*/ 443941 h 717605"/>
              <a:gd name="connsiteX5" fmla="*/ 3110593 w 3600450"/>
              <a:gd name="connsiteY5" fmla="*/ 680706 h 717605"/>
              <a:gd name="connsiteX6" fmla="*/ 3600450 w 3600450"/>
              <a:gd name="connsiteY6" fmla="*/ 713363 h 71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450" h="717605">
                <a:moveTo>
                  <a:pt x="0" y="345970"/>
                </a:moveTo>
                <a:cubicBezTo>
                  <a:pt x="60551" y="268409"/>
                  <a:pt x="121103" y="190848"/>
                  <a:pt x="269421" y="133698"/>
                </a:cubicBezTo>
                <a:cubicBezTo>
                  <a:pt x="417739" y="76548"/>
                  <a:pt x="624568" y="12595"/>
                  <a:pt x="889907" y="3070"/>
                </a:cubicBezTo>
                <a:cubicBezTo>
                  <a:pt x="1155246" y="-6455"/>
                  <a:pt x="1549853" y="3069"/>
                  <a:pt x="1861457" y="76548"/>
                </a:cubicBezTo>
                <a:cubicBezTo>
                  <a:pt x="2173061" y="150027"/>
                  <a:pt x="2551339" y="343248"/>
                  <a:pt x="2759528" y="443941"/>
                </a:cubicBezTo>
                <a:cubicBezTo>
                  <a:pt x="2967717" y="544634"/>
                  <a:pt x="2970439" y="635802"/>
                  <a:pt x="3110593" y="680706"/>
                </a:cubicBezTo>
                <a:cubicBezTo>
                  <a:pt x="3250747" y="725610"/>
                  <a:pt x="3425598" y="719486"/>
                  <a:pt x="3600450" y="713363"/>
                </a:cubicBezTo>
              </a:path>
            </a:pathLst>
          </a:custGeom>
          <a:noFill/>
          <a:ln>
            <a:solidFill>
              <a:srgbClr val="FFC000"/>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A31FEB0-60A5-2AE5-52B1-499C9F8D0582}"/>
              </a:ext>
            </a:extLst>
          </p:cNvPr>
          <p:cNvSpPr/>
          <p:nvPr/>
        </p:nvSpPr>
        <p:spPr>
          <a:xfrm>
            <a:off x="589096" y="1681888"/>
            <a:ext cx="823549" cy="4825587"/>
          </a:xfrm>
          <a:prstGeom prst="rect">
            <a:avLst/>
          </a:prstGeom>
          <a:noFill/>
          <a:ln w="9525">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70D5C08-B17C-4B79-C71C-347C53576644}"/>
              </a:ext>
            </a:extLst>
          </p:cNvPr>
          <p:cNvSpPr/>
          <p:nvPr/>
        </p:nvSpPr>
        <p:spPr>
          <a:xfrm>
            <a:off x="3226525" y="2367280"/>
            <a:ext cx="787719" cy="3014737"/>
          </a:xfrm>
          <a:prstGeom prst="rect">
            <a:avLst/>
          </a:prstGeom>
          <a:noFill/>
          <a:ln w="9525">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E83C6CA5-CEB3-5487-60E9-316F55A3425E}"/>
              </a:ext>
            </a:extLst>
          </p:cNvPr>
          <p:cNvSpPr/>
          <p:nvPr/>
        </p:nvSpPr>
        <p:spPr>
          <a:xfrm>
            <a:off x="3596640" y="2056957"/>
            <a:ext cx="975360" cy="257480"/>
          </a:xfrm>
          <a:custGeom>
            <a:avLst/>
            <a:gdLst>
              <a:gd name="connsiteX0" fmla="*/ 0 w 975360"/>
              <a:gd name="connsiteY0" fmla="*/ 229043 h 257480"/>
              <a:gd name="connsiteX1" fmla="*/ 45720 w 975360"/>
              <a:gd name="connsiteY1" fmla="*/ 107123 h 257480"/>
              <a:gd name="connsiteX2" fmla="*/ 175260 w 975360"/>
              <a:gd name="connsiteY2" fmla="*/ 8063 h 257480"/>
              <a:gd name="connsiteX3" fmla="*/ 426720 w 975360"/>
              <a:gd name="connsiteY3" fmla="*/ 30923 h 257480"/>
              <a:gd name="connsiteX4" fmla="*/ 716280 w 975360"/>
              <a:gd name="connsiteY4" fmla="*/ 229043 h 257480"/>
              <a:gd name="connsiteX5" fmla="*/ 975360 w 975360"/>
              <a:gd name="connsiteY5" fmla="*/ 251903 h 2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5360" h="257480">
                <a:moveTo>
                  <a:pt x="0" y="229043"/>
                </a:moveTo>
                <a:cubicBezTo>
                  <a:pt x="8255" y="186498"/>
                  <a:pt x="16510" y="143953"/>
                  <a:pt x="45720" y="107123"/>
                </a:cubicBezTo>
                <a:cubicBezTo>
                  <a:pt x="74930" y="70293"/>
                  <a:pt x="111760" y="20763"/>
                  <a:pt x="175260" y="8063"/>
                </a:cubicBezTo>
                <a:cubicBezTo>
                  <a:pt x="238760" y="-4637"/>
                  <a:pt x="336550" y="-5907"/>
                  <a:pt x="426720" y="30923"/>
                </a:cubicBezTo>
                <a:cubicBezTo>
                  <a:pt x="516890" y="67753"/>
                  <a:pt x="624840" y="192213"/>
                  <a:pt x="716280" y="229043"/>
                </a:cubicBezTo>
                <a:cubicBezTo>
                  <a:pt x="807720" y="265873"/>
                  <a:pt x="891540" y="258888"/>
                  <a:pt x="975360" y="251903"/>
                </a:cubicBezTo>
              </a:path>
            </a:pathLst>
          </a:custGeom>
          <a:noFill/>
          <a:ln>
            <a:solidFill>
              <a:srgbClr val="FFC000"/>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C46A91F-EF6D-17F4-9679-7AC6EDE313C3}"/>
              </a:ext>
            </a:extLst>
          </p:cNvPr>
          <p:cNvSpPr/>
          <p:nvPr/>
        </p:nvSpPr>
        <p:spPr>
          <a:xfrm>
            <a:off x="2008421" y="2519680"/>
            <a:ext cx="824724" cy="3317733"/>
          </a:xfrm>
          <a:prstGeom prst="rect">
            <a:avLst/>
          </a:prstGeom>
          <a:noFill/>
          <a:ln w="9525">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50C0A00F-3D89-7D25-D8D5-AA190FF88BEE}"/>
              </a:ext>
            </a:extLst>
          </p:cNvPr>
          <p:cNvSpPr/>
          <p:nvPr/>
        </p:nvSpPr>
        <p:spPr>
          <a:xfrm>
            <a:off x="2400300" y="2616476"/>
            <a:ext cx="2141220" cy="3558235"/>
          </a:xfrm>
          <a:custGeom>
            <a:avLst/>
            <a:gdLst>
              <a:gd name="connsiteX0" fmla="*/ 0 w 2141220"/>
              <a:gd name="connsiteY0" fmla="*/ 3296644 h 3558235"/>
              <a:gd name="connsiteX1" fmla="*/ 175260 w 2141220"/>
              <a:gd name="connsiteY1" fmla="*/ 3471904 h 3558235"/>
              <a:gd name="connsiteX2" fmla="*/ 685800 w 2141220"/>
              <a:gd name="connsiteY2" fmla="*/ 3555724 h 3558235"/>
              <a:gd name="connsiteX3" fmla="*/ 1295400 w 2141220"/>
              <a:gd name="connsiteY3" fmla="*/ 3517624 h 3558235"/>
              <a:gd name="connsiteX4" fmla="*/ 1752600 w 2141220"/>
              <a:gd name="connsiteY4" fmla="*/ 3334744 h 3558235"/>
              <a:gd name="connsiteX5" fmla="*/ 1905000 w 2141220"/>
              <a:gd name="connsiteY5" fmla="*/ 2976604 h 3558235"/>
              <a:gd name="connsiteX6" fmla="*/ 1935480 w 2141220"/>
              <a:gd name="connsiteY6" fmla="*/ 2641324 h 3558235"/>
              <a:gd name="connsiteX7" fmla="*/ 1950720 w 2141220"/>
              <a:gd name="connsiteY7" fmla="*/ 1795504 h 3558235"/>
              <a:gd name="connsiteX8" fmla="*/ 1950720 w 2141220"/>
              <a:gd name="connsiteY8" fmla="*/ 591544 h 3558235"/>
              <a:gd name="connsiteX9" fmla="*/ 1943100 w 2141220"/>
              <a:gd name="connsiteY9" fmla="*/ 317224 h 3558235"/>
              <a:gd name="connsiteX10" fmla="*/ 1981200 w 2141220"/>
              <a:gd name="connsiteY10" fmla="*/ 42904 h 3558235"/>
              <a:gd name="connsiteX11" fmla="*/ 2141220 w 2141220"/>
              <a:gd name="connsiteY11" fmla="*/ 4804 h 3558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1220" h="3558235">
                <a:moveTo>
                  <a:pt x="0" y="3296644"/>
                </a:moveTo>
                <a:cubicBezTo>
                  <a:pt x="30480" y="3362684"/>
                  <a:pt x="60960" y="3428724"/>
                  <a:pt x="175260" y="3471904"/>
                </a:cubicBezTo>
                <a:cubicBezTo>
                  <a:pt x="289560" y="3515084"/>
                  <a:pt x="499110" y="3548104"/>
                  <a:pt x="685800" y="3555724"/>
                </a:cubicBezTo>
                <a:cubicBezTo>
                  <a:pt x="872490" y="3563344"/>
                  <a:pt x="1117600" y="3554454"/>
                  <a:pt x="1295400" y="3517624"/>
                </a:cubicBezTo>
                <a:cubicBezTo>
                  <a:pt x="1473200" y="3480794"/>
                  <a:pt x="1651000" y="3424914"/>
                  <a:pt x="1752600" y="3334744"/>
                </a:cubicBezTo>
                <a:cubicBezTo>
                  <a:pt x="1854200" y="3244574"/>
                  <a:pt x="1874520" y="3092174"/>
                  <a:pt x="1905000" y="2976604"/>
                </a:cubicBezTo>
                <a:cubicBezTo>
                  <a:pt x="1935480" y="2861034"/>
                  <a:pt x="1927860" y="2838174"/>
                  <a:pt x="1935480" y="2641324"/>
                </a:cubicBezTo>
                <a:cubicBezTo>
                  <a:pt x="1943100" y="2444474"/>
                  <a:pt x="1948180" y="2137134"/>
                  <a:pt x="1950720" y="1795504"/>
                </a:cubicBezTo>
                <a:cubicBezTo>
                  <a:pt x="1953260" y="1453874"/>
                  <a:pt x="1951990" y="837924"/>
                  <a:pt x="1950720" y="591544"/>
                </a:cubicBezTo>
                <a:cubicBezTo>
                  <a:pt x="1949450" y="345164"/>
                  <a:pt x="1938020" y="408664"/>
                  <a:pt x="1943100" y="317224"/>
                </a:cubicBezTo>
                <a:cubicBezTo>
                  <a:pt x="1948180" y="225784"/>
                  <a:pt x="1948180" y="94974"/>
                  <a:pt x="1981200" y="42904"/>
                </a:cubicBezTo>
                <a:cubicBezTo>
                  <a:pt x="2014220" y="-9166"/>
                  <a:pt x="2077720" y="-2181"/>
                  <a:pt x="2141220" y="4804"/>
                </a:cubicBezTo>
              </a:path>
            </a:pathLst>
          </a:custGeom>
          <a:noFill/>
          <a:ln>
            <a:solidFill>
              <a:srgbClr val="FFC000"/>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a:extLst>
              <a:ext uri="{FF2B5EF4-FFF2-40B4-BE49-F238E27FC236}">
                <a16:creationId xmlns:a16="http://schemas.microsoft.com/office/drawing/2014/main" id="{52732B14-96E0-055D-C033-3A9A7E455090}"/>
              </a:ext>
            </a:extLst>
          </p:cNvPr>
          <p:cNvPicPr>
            <a:picLocks noChangeAspect="1"/>
          </p:cNvPicPr>
          <p:nvPr/>
        </p:nvPicPr>
        <p:blipFill>
          <a:blip r:embed="rId2"/>
          <a:stretch>
            <a:fillRect/>
          </a:stretch>
        </p:blipFill>
        <p:spPr>
          <a:xfrm>
            <a:off x="7780019" y="114649"/>
            <a:ext cx="4400717" cy="899518"/>
          </a:xfrm>
          <a:prstGeom prst="rect">
            <a:avLst/>
          </a:prstGeom>
        </p:spPr>
      </p:pic>
    </p:spTree>
    <p:extLst>
      <p:ext uri="{BB962C8B-B14F-4D97-AF65-F5344CB8AC3E}">
        <p14:creationId xmlns:p14="http://schemas.microsoft.com/office/powerpoint/2010/main" val="1601669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6E7DAFEA-1F6F-48E3-BB1D-F57715ECA072}"/>
              </a:ext>
            </a:extLst>
          </p:cNvPr>
          <p:cNvSpPr txBox="1">
            <a:spLocks/>
          </p:cNvSpPr>
          <p:nvPr/>
        </p:nvSpPr>
        <p:spPr>
          <a:xfrm>
            <a:off x="457198" y="1019452"/>
            <a:ext cx="10497313" cy="736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mbria" panose="02040503050406030204" pitchFamily="18" charset="0"/>
              <a:cs typeface="Calibri" panose="020F0502020204030204" pitchFamily="34" charset="0"/>
            </a:endParaRPr>
          </a:p>
        </p:txBody>
      </p:sp>
      <p:sp>
        <p:nvSpPr>
          <p:cNvPr id="116" name="TextBox 115">
            <a:extLst>
              <a:ext uri="{FF2B5EF4-FFF2-40B4-BE49-F238E27FC236}">
                <a16:creationId xmlns:a16="http://schemas.microsoft.com/office/drawing/2014/main" id="{62F9DDA2-C9A2-8F5D-6926-77778ACF8611}"/>
              </a:ext>
            </a:extLst>
          </p:cNvPr>
          <p:cNvSpPr txBox="1"/>
          <p:nvPr/>
        </p:nvSpPr>
        <p:spPr>
          <a:xfrm>
            <a:off x="525185" y="1035253"/>
            <a:ext cx="2882800" cy="463204"/>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sz="2200" dirty="0">
                <a:solidFill>
                  <a:srgbClr val="FF0000"/>
                </a:solidFill>
                <a:latin typeface="Times New Roman" panose="02020603050405020304" pitchFamily="18" charset="0"/>
                <a:cs typeface="Times New Roman" panose="02020603050405020304" pitchFamily="18" charset="0"/>
              </a:rPr>
              <a:t>Math and Programming</a:t>
            </a:r>
            <a:endParaRPr lang="en-US" sz="2400"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161BCF64-3CB8-038B-94A0-3FCCAAD566AD}"/>
                  </a:ext>
                </a:extLst>
              </p:cNvPr>
              <p:cNvSpPr txBox="1"/>
              <p:nvPr/>
            </p:nvSpPr>
            <p:spPr>
              <a:xfrm>
                <a:off x="4595694" y="1918108"/>
                <a:ext cx="7209831" cy="4797467"/>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sz="1600" dirty="0">
                    <a:solidFill>
                      <a:srgbClr val="404040"/>
                    </a:solidFill>
                    <a:latin typeface="Times New Roman" panose="02020603050405020304" pitchFamily="18" charset="0"/>
                    <a:cs typeface="Times New Roman" panose="02020603050405020304" pitchFamily="18" charset="0"/>
                  </a:rPr>
                  <a:t>The value of hidden neuron k is mathematically defined as</a:t>
                </a:r>
              </a:p>
              <a:p>
                <a:pPr lvl="0" algn="just" defTabSz="541338">
                  <a:lnSpc>
                    <a:spcPct val="120000"/>
                  </a:lnSpc>
                  <a:defRPr/>
                </a:pPr>
                <a:r>
                  <a:rPr lang="en-US" sz="1600" dirty="0">
                    <a:solidFill>
                      <a:srgbClr val="40404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600" i="1" smtClean="0">
                            <a:solidFill>
                              <a:srgbClr val="404040"/>
                            </a:solidFill>
                            <a:latin typeface="Cambria Math" panose="02040503050406030204" pitchFamily="18" charset="0"/>
                          </a:rPr>
                        </m:ctrlPr>
                      </m:sSubPr>
                      <m:e>
                        <m:r>
                          <a:rPr lang="en-US" sz="1600" i="1" smtClean="0">
                            <a:solidFill>
                              <a:srgbClr val="404040"/>
                            </a:solidFill>
                            <a:latin typeface="Cambria Math" panose="02040503050406030204" pitchFamily="18" charset="0"/>
                          </a:rPr>
                          <m:t>h</m:t>
                        </m:r>
                      </m:e>
                      <m:sub>
                        <m:r>
                          <a:rPr lang="en-US" sz="1600" b="0" i="1" smtClean="0">
                            <a:solidFill>
                              <a:srgbClr val="404040"/>
                            </a:solidFill>
                            <a:latin typeface="Cambria Math" panose="02040503050406030204" pitchFamily="18" charset="0"/>
                          </a:rPr>
                          <m:t>𝑘</m:t>
                        </m:r>
                      </m:sub>
                    </m:sSub>
                    <m:r>
                      <a:rPr lang="en-US" sz="1600" i="0" smtClean="0">
                        <a:solidFill>
                          <a:srgbClr val="404040"/>
                        </a:solidFill>
                        <a:latin typeface="Cambria Math" panose="02040503050406030204" pitchFamily="18" charset="0"/>
                      </a:rPr>
                      <m:t>=</m:t>
                    </m:r>
                    <m:r>
                      <a:rPr lang="en-US" sz="1600" i="1" smtClean="0">
                        <a:solidFill>
                          <a:srgbClr val="404040"/>
                        </a:solidFill>
                        <a:latin typeface="Cambria Math" panose="02040503050406030204" pitchFamily="18" charset="0"/>
                      </a:rPr>
                      <m:t>𝑏</m:t>
                    </m:r>
                    <m:r>
                      <a:rPr lang="en-US" sz="1600" b="0" i="1" smtClean="0">
                        <a:solidFill>
                          <a:srgbClr val="404040"/>
                        </a:solidFill>
                        <a:latin typeface="Cambria Math" panose="02040503050406030204" pitchFamily="18" charset="0"/>
                      </a:rPr>
                      <m:t>𝑖𝑎𝑠</m:t>
                    </m:r>
                    <m:r>
                      <a:rPr lang="en-US" sz="1600" b="0" i="1" smtClean="0">
                        <a:solidFill>
                          <a:srgbClr val="404040"/>
                        </a:solidFill>
                        <a:latin typeface="Cambria Math" panose="02040503050406030204" pitchFamily="18" charset="0"/>
                      </a:rPr>
                      <m:t>.</m:t>
                    </m:r>
                    <m:sSub>
                      <m:sSubPr>
                        <m:ctrlPr>
                          <a:rPr lang="en-US" sz="1600" i="1">
                            <a:solidFill>
                              <a:srgbClr val="404040"/>
                            </a:solidFill>
                            <a:latin typeface="Cambria Math" panose="02040503050406030204" pitchFamily="18" charset="0"/>
                          </a:rPr>
                        </m:ctrlPr>
                      </m:sSubPr>
                      <m:e>
                        <m:r>
                          <a:rPr lang="en-US" sz="1600" b="0" i="1" smtClean="0">
                            <a:solidFill>
                              <a:srgbClr val="404040"/>
                            </a:solidFill>
                            <a:latin typeface="Cambria Math" panose="02040503050406030204" pitchFamily="18" charset="0"/>
                          </a:rPr>
                          <m:t>𝑏𝑖h</m:t>
                        </m:r>
                      </m:e>
                      <m:sub>
                        <m:r>
                          <a:rPr lang="en-US" sz="1600" i="1">
                            <a:solidFill>
                              <a:srgbClr val="404040"/>
                            </a:solidFill>
                            <a:latin typeface="Cambria Math" panose="02040503050406030204" pitchFamily="18" charset="0"/>
                          </a:rPr>
                          <m:t>𝑘</m:t>
                        </m:r>
                      </m:sub>
                    </m:sSub>
                    <m:r>
                      <a:rPr lang="en-US" sz="1600" i="0" smtClean="0">
                        <a:solidFill>
                          <a:srgbClr val="404040"/>
                        </a:solidFill>
                        <a:latin typeface="Cambria Math" panose="02040503050406030204" pitchFamily="18" charset="0"/>
                      </a:rPr>
                      <m:t>+</m:t>
                    </m:r>
                    <m:nary>
                      <m:naryPr>
                        <m:chr m:val="∑"/>
                        <m:limLoc m:val="undOvr"/>
                        <m:grow m:val="on"/>
                        <m:ctrlPr>
                          <a:rPr lang="en-US" sz="1600" i="1" smtClean="0">
                            <a:solidFill>
                              <a:srgbClr val="404040"/>
                            </a:solidFill>
                            <a:latin typeface="Cambria Math" panose="02040503050406030204" pitchFamily="18" charset="0"/>
                          </a:rPr>
                        </m:ctrlPr>
                      </m:naryPr>
                      <m:sub>
                        <m:r>
                          <a:rPr lang="en-US" sz="1600" b="0" i="1" smtClean="0">
                            <a:solidFill>
                              <a:srgbClr val="404040"/>
                            </a:solidFill>
                            <a:latin typeface="Cambria Math" panose="02040503050406030204" pitchFamily="18" charset="0"/>
                          </a:rPr>
                          <m:t>𝑖</m:t>
                        </m:r>
                        <m:r>
                          <a:rPr lang="en-US" sz="1600" i="0" smtClean="0">
                            <a:solidFill>
                              <a:srgbClr val="404040"/>
                            </a:solidFill>
                            <a:latin typeface="Cambria Math" panose="02040503050406030204" pitchFamily="18" charset="0"/>
                          </a:rPr>
                          <m:t>=0</m:t>
                        </m:r>
                      </m:sub>
                      <m:sup>
                        <m:r>
                          <m:rPr>
                            <m:sty m:val="p"/>
                          </m:rPr>
                          <a:rPr lang="en-US" sz="1600" b="0" i="0" smtClean="0">
                            <a:solidFill>
                              <a:srgbClr val="404040"/>
                            </a:solidFill>
                            <a:latin typeface="Cambria Math" panose="02040503050406030204" pitchFamily="18" charset="0"/>
                          </a:rPr>
                          <m:t>i</m:t>
                        </m:r>
                        <m:r>
                          <a:rPr lang="en-US" sz="1600" i="0" smtClean="0">
                            <a:solidFill>
                              <a:srgbClr val="404040"/>
                            </a:solidFill>
                            <a:latin typeface="Cambria Math" panose="02040503050406030204" pitchFamily="18" charset="0"/>
                          </a:rPr>
                          <m:t>=</m:t>
                        </m:r>
                        <m:r>
                          <a:rPr lang="en-US" sz="1600" b="0" i="0" smtClean="0">
                            <a:solidFill>
                              <a:srgbClr val="404040"/>
                            </a:solidFill>
                            <a:latin typeface="Cambria Math" panose="02040503050406030204" pitchFamily="18" charset="0"/>
                          </a:rPr>
                          <m:t>783</m:t>
                        </m:r>
                      </m:sup>
                      <m:e>
                        <m:sSub>
                          <m:sSubPr>
                            <m:ctrlPr>
                              <a:rPr lang="en-US" sz="1600" i="1">
                                <a:solidFill>
                                  <a:srgbClr val="404040"/>
                                </a:solidFill>
                                <a:latin typeface="Cambria Math" panose="02040503050406030204" pitchFamily="18" charset="0"/>
                              </a:rPr>
                            </m:ctrlPr>
                          </m:sSubPr>
                          <m:e>
                            <m:r>
                              <a:rPr lang="en-US" sz="1600" b="0" i="1" smtClean="0">
                                <a:solidFill>
                                  <a:srgbClr val="404040"/>
                                </a:solidFill>
                                <a:latin typeface="Cambria Math" panose="02040503050406030204" pitchFamily="18" charset="0"/>
                              </a:rPr>
                              <m:t>𝑖𝑚𝑔</m:t>
                            </m:r>
                          </m:e>
                          <m:sub>
                            <m:r>
                              <a:rPr lang="en-US" sz="1600" b="0" i="1" smtClean="0">
                                <a:solidFill>
                                  <a:srgbClr val="404040"/>
                                </a:solidFill>
                                <a:latin typeface="Cambria Math" panose="02040503050406030204" pitchFamily="18" charset="0"/>
                              </a:rPr>
                              <m:t>𝑖</m:t>
                            </m:r>
                          </m:sub>
                        </m:sSub>
                      </m:e>
                    </m:nary>
                    <m:r>
                      <a:rPr lang="en-US" sz="1600" i="0" smtClean="0">
                        <a:solidFill>
                          <a:srgbClr val="404040"/>
                        </a:solidFill>
                        <a:latin typeface="Cambria Math" panose="02040503050406030204" pitchFamily="18" charset="0"/>
                      </a:rPr>
                      <m:t>⋅</m:t>
                    </m:r>
                    <m:sSub>
                      <m:sSubPr>
                        <m:ctrlPr>
                          <a:rPr lang="en-US" sz="1600" i="1" smtClean="0">
                            <a:solidFill>
                              <a:srgbClr val="404040"/>
                            </a:solidFill>
                            <a:latin typeface="Cambria Math" panose="02040503050406030204" pitchFamily="18" charset="0"/>
                          </a:rPr>
                        </m:ctrlPr>
                      </m:sSubPr>
                      <m:e>
                        <m:r>
                          <a:rPr lang="en-US" sz="1600" b="0" i="1" smtClean="0">
                            <a:solidFill>
                              <a:srgbClr val="404040"/>
                            </a:solidFill>
                            <a:latin typeface="Cambria Math" panose="02040503050406030204" pitchFamily="18" charset="0"/>
                          </a:rPr>
                          <m:t>𝑤𝑖h</m:t>
                        </m:r>
                      </m:e>
                      <m:sub>
                        <m:d>
                          <m:dPr>
                            <m:begChr m:val="["/>
                            <m:endChr m:val="]"/>
                            <m:ctrlPr>
                              <a:rPr lang="en-US" sz="1600" b="0" i="1" smtClean="0">
                                <a:solidFill>
                                  <a:srgbClr val="404040"/>
                                </a:solidFill>
                                <a:latin typeface="Cambria Math" panose="02040503050406030204" pitchFamily="18" charset="0"/>
                              </a:rPr>
                            </m:ctrlPr>
                          </m:dPr>
                          <m:e>
                            <m:r>
                              <a:rPr lang="en-US" sz="1600" b="0" i="1" smtClean="0">
                                <a:solidFill>
                                  <a:srgbClr val="404040"/>
                                </a:solidFill>
                                <a:latin typeface="Cambria Math" panose="02040503050406030204" pitchFamily="18" charset="0"/>
                              </a:rPr>
                              <m:t>𝑖</m:t>
                            </m:r>
                            <m:r>
                              <a:rPr lang="en-US" sz="1600" b="0" i="1" smtClean="0">
                                <a:solidFill>
                                  <a:srgbClr val="404040"/>
                                </a:solidFill>
                                <a:latin typeface="Cambria Math" panose="02040503050406030204" pitchFamily="18" charset="0"/>
                              </a:rPr>
                              <m:t>,</m:t>
                            </m:r>
                            <m:r>
                              <a:rPr lang="en-US" sz="1600" b="0" i="1" smtClean="0">
                                <a:solidFill>
                                  <a:srgbClr val="404040"/>
                                </a:solidFill>
                                <a:latin typeface="Cambria Math" panose="02040503050406030204" pitchFamily="18" charset="0"/>
                              </a:rPr>
                              <m:t>𝑘</m:t>
                            </m:r>
                          </m:e>
                        </m:d>
                      </m:sub>
                    </m:sSub>
                    <m:r>
                      <a:rPr lang="en-US" sz="1600" b="0" i="1" smtClean="0">
                        <a:solidFill>
                          <a:srgbClr val="404040"/>
                        </a:solidFill>
                        <a:latin typeface="Cambria Math" panose="02040503050406030204" pitchFamily="18" charset="0"/>
                      </a:rPr>
                      <m:t>  </m:t>
                    </m:r>
                    <m:r>
                      <m:rPr>
                        <m:sty m:val="p"/>
                      </m:rPr>
                      <a:rPr lang="en-US" sz="1600" b="0" i="0" smtClean="0">
                        <a:solidFill>
                          <a:srgbClr val="404040"/>
                        </a:solidFill>
                        <a:latin typeface="Cambria Math" panose="02040503050406030204" pitchFamily="18" charset="0"/>
                      </a:rPr>
                      <m:t>where</m:t>
                    </m:r>
                    <m:r>
                      <a:rPr lang="en-US" sz="1600" b="0" i="0" smtClean="0">
                        <a:solidFill>
                          <a:srgbClr val="404040"/>
                        </a:solidFill>
                        <a:latin typeface="Cambria Math" panose="02040503050406030204" pitchFamily="18" charset="0"/>
                      </a:rPr>
                      <m:t> </m:t>
                    </m:r>
                    <m:r>
                      <m:rPr>
                        <m:sty m:val="p"/>
                      </m:rPr>
                      <a:rPr lang="en-US" sz="1600" b="0" i="0" smtClean="0">
                        <a:solidFill>
                          <a:srgbClr val="404040"/>
                        </a:solidFill>
                        <a:latin typeface="Cambria Math" panose="02040503050406030204" pitchFamily="18" charset="0"/>
                      </a:rPr>
                      <m:t>bias</m:t>
                    </m:r>
                    <m:r>
                      <a:rPr lang="en-US" sz="1600" b="0" i="0" smtClean="0">
                        <a:solidFill>
                          <a:srgbClr val="404040"/>
                        </a:solidFill>
                        <a:latin typeface="Cambria Math" panose="02040503050406030204" pitchFamily="18" charset="0"/>
                      </a:rPr>
                      <m:t> </m:t>
                    </m:r>
                    <m:r>
                      <m:rPr>
                        <m:sty m:val="p"/>
                      </m:rPr>
                      <a:rPr lang="en-US" sz="1600" b="0" i="0" smtClean="0">
                        <a:solidFill>
                          <a:srgbClr val="404040"/>
                        </a:solidFill>
                        <a:latin typeface="Cambria Math" panose="02040503050406030204" pitchFamily="18" charset="0"/>
                      </a:rPr>
                      <m:t>is</m:t>
                    </m:r>
                    <m:r>
                      <a:rPr lang="en-US" sz="1600" b="0" i="0" smtClean="0">
                        <a:solidFill>
                          <a:srgbClr val="404040"/>
                        </a:solidFill>
                        <a:latin typeface="Cambria Math" panose="02040503050406030204" pitchFamily="18" charset="0"/>
                      </a:rPr>
                      <m:t> </m:t>
                    </m:r>
                    <m:r>
                      <m:rPr>
                        <m:sty m:val="p"/>
                      </m:rPr>
                      <a:rPr lang="en-US" sz="1600" b="0" i="0" smtClean="0">
                        <a:solidFill>
                          <a:srgbClr val="404040"/>
                        </a:solidFill>
                        <a:latin typeface="Cambria Math" panose="02040503050406030204" pitchFamily="18" charset="0"/>
                      </a:rPr>
                      <m:t>set</m:t>
                    </m:r>
                    <m:r>
                      <a:rPr lang="en-US" sz="1600" b="0" i="0" smtClean="0">
                        <a:solidFill>
                          <a:srgbClr val="404040"/>
                        </a:solidFill>
                        <a:latin typeface="Cambria Math" panose="02040503050406030204" pitchFamily="18" charset="0"/>
                      </a:rPr>
                      <m:t> 1, </m:t>
                    </m:r>
                    <m:r>
                      <m:rPr>
                        <m:sty m:val="p"/>
                      </m:rPr>
                      <a:rPr lang="en-US" sz="1600" b="0" i="0" smtClean="0">
                        <a:solidFill>
                          <a:srgbClr val="404040"/>
                        </a:solidFill>
                        <a:latin typeface="Cambria Math" panose="02040503050406030204" pitchFamily="18" charset="0"/>
                      </a:rPr>
                      <m:t>thus</m:t>
                    </m:r>
                  </m:oMath>
                </a14:m>
                <a:endParaRPr lang="en-US" sz="1600" b="0" dirty="0">
                  <a:solidFill>
                    <a:srgbClr val="404040"/>
                  </a:solidFill>
                  <a:latin typeface="Times New Roman" panose="02020603050405020304" pitchFamily="18" charset="0"/>
                </a:endParaRPr>
              </a:p>
              <a:p>
                <a:pPr lvl="0" algn="just" defTabSz="541338">
                  <a:lnSpc>
                    <a:spcPct val="120000"/>
                  </a:lnSpc>
                  <a:defRPr/>
                </a:pPr>
                <a14:m>
                  <m:oMathPara xmlns:m="http://schemas.openxmlformats.org/officeDocument/2006/math">
                    <m:oMathParaPr>
                      <m:jc m:val="left"/>
                    </m:oMathParaPr>
                    <m:oMath xmlns:m="http://schemas.openxmlformats.org/officeDocument/2006/math">
                      <m:sSub>
                        <m:sSubPr>
                          <m:ctrlPr>
                            <a:rPr lang="en-US" sz="1600" i="1" smtClean="0">
                              <a:solidFill>
                                <a:srgbClr val="404040"/>
                              </a:solidFill>
                              <a:latin typeface="Cambria Math" panose="02040503050406030204" pitchFamily="18" charset="0"/>
                            </a:rPr>
                          </m:ctrlPr>
                        </m:sSubPr>
                        <m:e>
                          <m:r>
                            <a:rPr lang="en-US" sz="1600" i="1" smtClean="0">
                              <a:solidFill>
                                <a:srgbClr val="404040"/>
                              </a:solidFill>
                              <a:latin typeface="Cambria Math" panose="02040503050406030204" pitchFamily="18" charset="0"/>
                            </a:rPr>
                            <m:t>h</m:t>
                          </m:r>
                        </m:e>
                        <m:sub>
                          <m:r>
                            <a:rPr lang="en-US" sz="1600" b="0" i="1" smtClean="0">
                              <a:solidFill>
                                <a:srgbClr val="404040"/>
                              </a:solidFill>
                              <a:latin typeface="Cambria Math" panose="02040503050406030204" pitchFamily="18" charset="0"/>
                            </a:rPr>
                            <m:t>𝑘</m:t>
                          </m:r>
                        </m:sub>
                      </m:sSub>
                      <m:r>
                        <a:rPr lang="en-US" sz="1600" i="0" smtClean="0">
                          <a:solidFill>
                            <a:srgbClr val="404040"/>
                          </a:solidFill>
                          <a:latin typeface="Cambria Math" panose="02040503050406030204" pitchFamily="18" charset="0"/>
                        </a:rPr>
                        <m:t>=</m:t>
                      </m:r>
                      <m:sSub>
                        <m:sSubPr>
                          <m:ctrlPr>
                            <a:rPr lang="en-US" sz="1600" i="1">
                              <a:solidFill>
                                <a:srgbClr val="404040"/>
                              </a:solidFill>
                              <a:latin typeface="Cambria Math" panose="02040503050406030204" pitchFamily="18" charset="0"/>
                            </a:rPr>
                          </m:ctrlPr>
                        </m:sSubPr>
                        <m:e>
                          <m:r>
                            <a:rPr lang="en-US" sz="1600" b="0" i="1" smtClean="0">
                              <a:solidFill>
                                <a:srgbClr val="404040"/>
                              </a:solidFill>
                              <a:latin typeface="Cambria Math" panose="02040503050406030204" pitchFamily="18" charset="0"/>
                            </a:rPr>
                            <m:t>𝑏𝑖h</m:t>
                          </m:r>
                        </m:e>
                        <m:sub>
                          <m:r>
                            <a:rPr lang="en-US" sz="1600" i="1">
                              <a:solidFill>
                                <a:srgbClr val="404040"/>
                              </a:solidFill>
                              <a:latin typeface="Cambria Math" panose="02040503050406030204" pitchFamily="18" charset="0"/>
                            </a:rPr>
                            <m:t>𝑘</m:t>
                          </m:r>
                        </m:sub>
                      </m:sSub>
                      <m:r>
                        <a:rPr lang="en-US" sz="1600" i="0" smtClean="0">
                          <a:solidFill>
                            <a:srgbClr val="404040"/>
                          </a:solidFill>
                          <a:latin typeface="Cambria Math" panose="02040503050406030204" pitchFamily="18" charset="0"/>
                        </a:rPr>
                        <m:t>+</m:t>
                      </m:r>
                      <m:nary>
                        <m:naryPr>
                          <m:chr m:val="∑"/>
                          <m:limLoc m:val="undOvr"/>
                          <m:grow m:val="on"/>
                          <m:ctrlPr>
                            <a:rPr lang="en-US" sz="1600" i="1" smtClean="0">
                              <a:solidFill>
                                <a:srgbClr val="404040"/>
                              </a:solidFill>
                              <a:latin typeface="Cambria Math" panose="02040503050406030204" pitchFamily="18" charset="0"/>
                            </a:rPr>
                          </m:ctrlPr>
                        </m:naryPr>
                        <m:sub>
                          <m:r>
                            <a:rPr lang="en-US" sz="1600" b="0" i="1" smtClean="0">
                              <a:solidFill>
                                <a:srgbClr val="404040"/>
                              </a:solidFill>
                              <a:latin typeface="Cambria Math" panose="02040503050406030204" pitchFamily="18" charset="0"/>
                            </a:rPr>
                            <m:t>𝑖</m:t>
                          </m:r>
                          <m:r>
                            <a:rPr lang="en-US" sz="1600" i="0" smtClean="0">
                              <a:solidFill>
                                <a:srgbClr val="404040"/>
                              </a:solidFill>
                              <a:latin typeface="Cambria Math" panose="02040503050406030204" pitchFamily="18" charset="0"/>
                            </a:rPr>
                            <m:t>=0</m:t>
                          </m:r>
                        </m:sub>
                        <m:sup>
                          <m:r>
                            <m:rPr>
                              <m:sty m:val="p"/>
                            </m:rPr>
                            <a:rPr lang="en-US" sz="1600" b="0" i="0" smtClean="0">
                              <a:solidFill>
                                <a:srgbClr val="404040"/>
                              </a:solidFill>
                              <a:latin typeface="Cambria Math" panose="02040503050406030204" pitchFamily="18" charset="0"/>
                            </a:rPr>
                            <m:t>i</m:t>
                          </m:r>
                          <m:r>
                            <a:rPr lang="en-US" sz="1600" i="0" smtClean="0">
                              <a:solidFill>
                                <a:srgbClr val="404040"/>
                              </a:solidFill>
                              <a:latin typeface="Cambria Math" panose="02040503050406030204" pitchFamily="18" charset="0"/>
                            </a:rPr>
                            <m:t>=</m:t>
                          </m:r>
                          <m:r>
                            <a:rPr lang="en-US" sz="1600" b="0" i="0" smtClean="0">
                              <a:solidFill>
                                <a:srgbClr val="404040"/>
                              </a:solidFill>
                              <a:latin typeface="Cambria Math" panose="02040503050406030204" pitchFamily="18" charset="0"/>
                            </a:rPr>
                            <m:t>783</m:t>
                          </m:r>
                        </m:sup>
                        <m:e>
                          <m:sSub>
                            <m:sSubPr>
                              <m:ctrlPr>
                                <a:rPr lang="en-US" sz="1600" i="1">
                                  <a:solidFill>
                                    <a:srgbClr val="404040"/>
                                  </a:solidFill>
                                  <a:latin typeface="Cambria Math" panose="02040503050406030204" pitchFamily="18" charset="0"/>
                                </a:rPr>
                              </m:ctrlPr>
                            </m:sSubPr>
                            <m:e>
                              <m:r>
                                <a:rPr lang="en-US" sz="1600" b="0" i="1" smtClean="0">
                                  <a:solidFill>
                                    <a:srgbClr val="404040"/>
                                  </a:solidFill>
                                  <a:latin typeface="Cambria Math" panose="02040503050406030204" pitchFamily="18" charset="0"/>
                                </a:rPr>
                                <m:t>𝑖𝑚𝑔</m:t>
                              </m:r>
                            </m:e>
                            <m:sub>
                              <m:r>
                                <a:rPr lang="en-US" sz="1600" b="0" i="1" smtClean="0">
                                  <a:solidFill>
                                    <a:srgbClr val="404040"/>
                                  </a:solidFill>
                                  <a:latin typeface="Cambria Math" panose="02040503050406030204" pitchFamily="18" charset="0"/>
                                </a:rPr>
                                <m:t>𝑖</m:t>
                              </m:r>
                            </m:sub>
                          </m:sSub>
                        </m:e>
                      </m:nary>
                      <m:r>
                        <a:rPr lang="en-US" sz="1600" i="0" smtClean="0">
                          <a:solidFill>
                            <a:srgbClr val="404040"/>
                          </a:solidFill>
                          <a:latin typeface="Cambria Math" panose="02040503050406030204" pitchFamily="18" charset="0"/>
                        </a:rPr>
                        <m:t>⋅</m:t>
                      </m:r>
                      <m:sSub>
                        <m:sSubPr>
                          <m:ctrlPr>
                            <a:rPr lang="en-US" sz="1600" i="1" smtClean="0">
                              <a:solidFill>
                                <a:srgbClr val="404040"/>
                              </a:solidFill>
                              <a:latin typeface="Cambria Math" panose="02040503050406030204" pitchFamily="18" charset="0"/>
                            </a:rPr>
                          </m:ctrlPr>
                        </m:sSubPr>
                        <m:e>
                          <m:r>
                            <a:rPr lang="en-US" sz="1600" b="0" i="1" smtClean="0">
                              <a:solidFill>
                                <a:srgbClr val="404040"/>
                              </a:solidFill>
                              <a:latin typeface="Cambria Math" panose="02040503050406030204" pitchFamily="18" charset="0"/>
                            </a:rPr>
                            <m:t>𝑤𝑖h</m:t>
                          </m:r>
                        </m:e>
                        <m:sub>
                          <m:d>
                            <m:dPr>
                              <m:begChr m:val="["/>
                              <m:endChr m:val="]"/>
                              <m:ctrlPr>
                                <a:rPr lang="en-US" sz="1600" b="0" i="1" smtClean="0">
                                  <a:solidFill>
                                    <a:srgbClr val="404040"/>
                                  </a:solidFill>
                                  <a:latin typeface="Cambria Math" panose="02040503050406030204" pitchFamily="18" charset="0"/>
                                </a:rPr>
                              </m:ctrlPr>
                            </m:dPr>
                            <m:e>
                              <m:r>
                                <a:rPr lang="en-US" sz="1600" b="0" i="1" smtClean="0">
                                  <a:solidFill>
                                    <a:srgbClr val="404040"/>
                                  </a:solidFill>
                                  <a:latin typeface="Cambria Math" panose="02040503050406030204" pitchFamily="18" charset="0"/>
                                </a:rPr>
                                <m:t>𝑖</m:t>
                              </m:r>
                              <m:r>
                                <a:rPr lang="en-US" sz="1600" b="0" i="1" smtClean="0">
                                  <a:solidFill>
                                    <a:srgbClr val="404040"/>
                                  </a:solidFill>
                                  <a:latin typeface="Cambria Math" panose="02040503050406030204" pitchFamily="18" charset="0"/>
                                </a:rPr>
                                <m:t>,</m:t>
                              </m:r>
                              <m:r>
                                <a:rPr lang="en-US" sz="1600" b="0" i="1" smtClean="0">
                                  <a:solidFill>
                                    <a:srgbClr val="404040"/>
                                  </a:solidFill>
                                  <a:latin typeface="Cambria Math" panose="02040503050406030204" pitchFamily="18" charset="0"/>
                                </a:rPr>
                                <m:t>𝑘</m:t>
                              </m:r>
                            </m:e>
                          </m:d>
                        </m:sub>
                      </m:sSub>
                    </m:oMath>
                  </m:oMathPara>
                </a14:m>
                <a:endParaRPr lang="en-US" sz="1600"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sz="1600" dirty="0">
                    <a:solidFill>
                      <a:srgbClr val="404040"/>
                    </a:solidFill>
                    <a:latin typeface="Times New Roman" panose="02020603050405020304" pitchFamily="18" charset="0"/>
                    <a:cs typeface="Times New Roman" panose="02020603050405020304" pitchFamily="18" charset="0"/>
                  </a:rPr>
                  <a:t>where </a:t>
                </a:r>
                <a:r>
                  <a:rPr lang="en-US" sz="1600" dirty="0" err="1">
                    <a:solidFill>
                      <a:srgbClr val="404040"/>
                    </a:solidFill>
                    <a:latin typeface="Times New Roman" panose="02020603050405020304" pitchFamily="18" charset="0"/>
                    <a:cs typeface="Times New Roman" panose="02020603050405020304" pitchFamily="18" charset="0"/>
                  </a:rPr>
                  <a:t>bih</a:t>
                </a:r>
                <a:r>
                  <a:rPr lang="en-US" sz="1600" dirty="0">
                    <a:solidFill>
                      <a:srgbClr val="404040"/>
                    </a:solidFill>
                    <a:latin typeface="Times New Roman" panose="02020603050405020304" pitchFamily="18" charset="0"/>
                    <a:cs typeface="Times New Roman" panose="02020603050405020304" pitchFamily="18" charset="0"/>
                  </a:rPr>
                  <a:t> and h each is a vertical vector.</a:t>
                </a:r>
              </a:p>
              <a:p>
                <a:pPr marR="0" lvl="0" algn="just" defTabSz="541338" rtl="0" eaLnBrk="1" fontAlgn="auto" latinLnBrk="0" hangingPunct="1">
                  <a:lnSpc>
                    <a:spcPct val="120000"/>
                  </a:lnSpc>
                  <a:spcBef>
                    <a:spcPts val="0"/>
                  </a:spcBef>
                  <a:spcAft>
                    <a:spcPts val="0"/>
                  </a:spcAft>
                  <a:buClrTx/>
                  <a:buSzTx/>
                  <a:tabLst/>
                  <a:defRPr/>
                </a:pPr>
                <a:r>
                  <a:rPr lang="en-US" sz="1600" dirty="0">
                    <a:solidFill>
                      <a:srgbClr val="404040"/>
                    </a:solidFill>
                    <a:latin typeface="Times New Roman" panose="02020603050405020304" pitchFamily="18" charset="0"/>
                    <a:cs typeface="Times New Roman" panose="02020603050405020304" pitchFamily="18" charset="0"/>
                  </a:rPr>
                  <a:t>The </a:t>
                </a:r>
                <a:r>
                  <a:rPr lang="en-US" sz="1600" dirty="0" err="1">
                    <a:solidFill>
                      <a:srgbClr val="404040"/>
                    </a:solidFill>
                    <a:latin typeface="Times New Roman" panose="02020603050405020304" pitchFamily="18" charset="0"/>
                    <a:cs typeface="Times New Roman" panose="02020603050405020304" pitchFamily="18" charset="0"/>
                  </a:rPr>
                  <a:t>bih</a:t>
                </a:r>
                <a:r>
                  <a:rPr lang="en-US" sz="1600" dirty="0">
                    <a:solidFill>
                      <a:srgbClr val="404040"/>
                    </a:solidFill>
                    <a:latin typeface="Times New Roman" panose="02020603050405020304" pitchFamily="18" charset="0"/>
                    <a:cs typeface="Times New Roman" panose="02020603050405020304" pitchFamily="18" charset="0"/>
                  </a:rPr>
                  <a:t> is the first bias’s weight vector. </a:t>
                </a:r>
              </a:p>
              <a:p>
                <a:pPr marR="0" lvl="0" algn="just" defTabSz="541338" rtl="0" eaLnBrk="1" fontAlgn="auto" latinLnBrk="0" hangingPunct="1">
                  <a:lnSpc>
                    <a:spcPct val="120000"/>
                  </a:lnSpc>
                  <a:spcBef>
                    <a:spcPts val="0"/>
                  </a:spcBef>
                  <a:spcAft>
                    <a:spcPts val="0"/>
                  </a:spcAft>
                  <a:buClrTx/>
                  <a:buSzTx/>
                  <a:tabLst/>
                  <a:defRPr/>
                </a:pPr>
                <a:r>
                  <a:rPr lang="en-US" sz="1600" dirty="0">
                    <a:solidFill>
                      <a:srgbClr val="404040"/>
                    </a:solidFill>
                    <a:latin typeface="Times New Roman" panose="02020603050405020304" pitchFamily="18" charset="0"/>
                    <a:cs typeface="Times New Roman" panose="02020603050405020304" pitchFamily="18" charset="0"/>
                  </a:rPr>
                  <a:t>It is actually to be called </a:t>
                </a:r>
                <a:r>
                  <a:rPr lang="en-US" sz="1600" dirty="0" err="1">
                    <a:solidFill>
                      <a:srgbClr val="404040"/>
                    </a:solidFill>
                    <a:latin typeface="Times New Roman" panose="02020603050405020304" pitchFamily="18" charset="0"/>
                    <a:cs typeface="Times New Roman" panose="02020603050405020304" pitchFamily="18" charset="0"/>
                  </a:rPr>
                  <a:t>wbh</a:t>
                </a:r>
                <a:r>
                  <a:rPr lang="en-US" sz="1600" dirty="0">
                    <a:solidFill>
                      <a:srgbClr val="404040"/>
                    </a:solidFill>
                    <a:latin typeface="Times New Roman" panose="02020603050405020304" pitchFamily="18" charset="0"/>
                    <a:cs typeface="Times New Roman" panose="02020603050405020304" pitchFamily="18" charset="0"/>
                  </a:rPr>
                  <a:t> (weights between the first bias and the hidden layer). </a:t>
                </a:r>
              </a:p>
              <a:p>
                <a:pPr marR="0" lvl="0" algn="just" defTabSz="541338" rtl="0" eaLnBrk="1" fontAlgn="auto" latinLnBrk="0" hangingPunct="1">
                  <a:lnSpc>
                    <a:spcPct val="120000"/>
                  </a:lnSpc>
                  <a:spcBef>
                    <a:spcPts val="0"/>
                  </a:spcBef>
                  <a:spcAft>
                    <a:spcPts val="0"/>
                  </a:spcAft>
                  <a:buClrTx/>
                  <a:buSzTx/>
                  <a:tabLst/>
                  <a:defRPr/>
                </a:pPr>
                <a:endParaRPr lang="en-US" sz="1600"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endParaRPr lang="en-US" sz="1600"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sz="1600" dirty="0">
                    <a:solidFill>
                      <a:srgbClr val="404040"/>
                    </a:solidFill>
                    <a:latin typeface="Times New Roman" panose="02020603050405020304" pitchFamily="18" charset="0"/>
                    <a:cs typeface="Times New Roman" panose="02020603050405020304" pitchFamily="18" charset="0"/>
                  </a:rPr>
                  <a:t>In the program:</a:t>
                </a:r>
              </a:p>
              <a:p>
                <a:pPr marR="0" lvl="0" algn="just" defTabSz="541338" rtl="0" eaLnBrk="1" fontAlgn="auto" latinLnBrk="0" hangingPunct="1">
                  <a:lnSpc>
                    <a:spcPct val="120000"/>
                  </a:lnSpc>
                  <a:spcBef>
                    <a:spcPts val="0"/>
                  </a:spcBef>
                  <a:spcAft>
                    <a:spcPts val="0"/>
                  </a:spcAft>
                  <a:buClrTx/>
                  <a:buSzTx/>
                  <a:tabLst/>
                  <a:defRPr/>
                </a:pPr>
                <a:r>
                  <a:rPr lang="en-US" sz="1600" dirty="0" err="1">
                    <a:solidFill>
                      <a:srgbClr val="404040"/>
                    </a:solidFill>
                    <a:latin typeface="Times New Roman" panose="02020603050405020304" pitchFamily="18" charset="0"/>
                    <a:cs typeface="Times New Roman" panose="02020603050405020304" pitchFamily="18" charset="0"/>
                  </a:rPr>
                  <a:t>h_pre</a:t>
                </a:r>
                <a:r>
                  <a:rPr lang="en-US" sz="1600" dirty="0">
                    <a:solidFill>
                      <a:srgbClr val="404040"/>
                    </a:solidFill>
                    <a:latin typeface="Times New Roman" panose="02020603050405020304" pitchFamily="18" charset="0"/>
                    <a:cs typeface="Times New Roman" panose="02020603050405020304" pitchFamily="18" charset="0"/>
                  </a:rPr>
                  <a:t> = </a:t>
                </a:r>
                <a:r>
                  <a:rPr lang="en-US" sz="1600" dirty="0" err="1">
                    <a:solidFill>
                      <a:srgbClr val="404040"/>
                    </a:solidFill>
                    <a:latin typeface="Times New Roman" panose="02020603050405020304" pitchFamily="18" charset="0"/>
                    <a:cs typeface="Times New Roman" panose="02020603050405020304" pitchFamily="18" charset="0"/>
                  </a:rPr>
                  <a:t>bih</a:t>
                </a:r>
                <a:r>
                  <a:rPr lang="en-US" sz="1600" dirty="0">
                    <a:solidFill>
                      <a:srgbClr val="404040"/>
                    </a:solidFill>
                    <a:latin typeface="Times New Roman" panose="02020603050405020304" pitchFamily="18" charset="0"/>
                    <a:cs typeface="Times New Roman" panose="02020603050405020304" pitchFamily="18" charset="0"/>
                  </a:rPr>
                  <a:t> + wih @ img   #A matrix </a:t>
                </a:r>
                <a:r>
                  <a:rPr lang="en-US" sz="1600" dirty="0" err="1">
                    <a:solidFill>
                      <a:srgbClr val="404040"/>
                    </a:solidFill>
                    <a:latin typeface="Times New Roman" panose="02020603050405020304" pitchFamily="18" charset="0"/>
                    <a:cs typeface="Times New Roman" panose="02020603050405020304" pitchFamily="18" charset="0"/>
                  </a:rPr>
                  <a:t>multip</a:t>
                </a:r>
                <a:r>
                  <a:rPr lang="en-US" sz="1600" dirty="0">
                    <a:solidFill>
                      <a:srgbClr val="404040"/>
                    </a:solidFill>
                    <a:latin typeface="Times New Roman" panose="02020603050405020304" pitchFamily="18" charset="0"/>
                    <a:cs typeface="Times New Roman" panose="02020603050405020304" pitchFamily="18" charset="0"/>
                  </a:rPr>
                  <a:t>.  to find a preliminary value,</a:t>
                </a:r>
              </a:p>
              <a:p>
                <a:pPr marR="0" lvl="0" algn="just" defTabSz="541338" rtl="0" eaLnBrk="1" fontAlgn="auto" latinLnBrk="0" hangingPunct="1">
                  <a:lnSpc>
                    <a:spcPct val="120000"/>
                  </a:lnSpc>
                  <a:spcBef>
                    <a:spcPts val="0"/>
                  </a:spcBef>
                  <a:spcAft>
                    <a:spcPts val="0"/>
                  </a:spcAft>
                  <a:buClrTx/>
                  <a:buSzTx/>
                  <a:tabLst/>
                  <a:defRPr/>
                </a:pPr>
                <a:r>
                  <a:rPr lang="en-US" sz="1600" dirty="0">
                    <a:solidFill>
                      <a:srgbClr val="404040"/>
                    </a:solidFill>
                    <a:latin typeface="Times New Roman" panose="02020603050405020304" pitchFamily="18" charset="0"/>
                    <a:cs typeface="Times New Roman" panose="02020603050405020304" pitchFamily="18" charset="0"/>
                  </a:rPr>
                  <a:t>h = 1 / (1+np.exp(-</a:t>
                </a:r>
                <a:r>
                  <a:rPr lang="en-US" sz="1600" dirty="0" err="1">
                    <a:solidFill>
                      <a:srgbClr val="404040"/>
                    </a:solidFill>
                    <a:latin typeface="Times New Roman" panose="02020603050405020304" pitchFamily="18" charset="0"/>
                    <a:cs typeface="Times New Roman" panose="02020603050405020304" pitchFamily="18" charset="0"/>
                  </a:rPr>
                  <a:t>h_pre</a:t>
                </a:r>
                <a:r>
                  <a:rPr lang="en-US" sz="1600" dirty="0">
                    <a:solidFill>
                      <a:srgbClr val="404040"/>
                    </a:solidFill>
                    <a:latin typeface="Times New Roman" panose="02020603050405020304" pitchFamily="18" charset="0"/>
                    <a:cs typeface="Times New Roman" panose="02020603050405020304" pitchFamily="18" charset="0"/>
                  </a:rPr>
                  <a:t>) #An element-wise op. to find the value after activation, </a:t>
                </a:r>
              </a:p>
              <a:p>
                <a:pPr marR="0" lvl="0" algn="just" defTabSz="541338" rtl="0" eaLnBrk="1" fontAlgn="auto" latinLnBrk="0" hangingPunct="1">
                  <a:lnSpc>
                    <a:spcPct val="120000"/>
                  </a:lnSpc>
                  <a:spcBef>
                    <a:spcPts val="0"/>
                  </a:spcBef>
                  <a:spcAft>
                    <a:spcPts val="0"/>
                  </a:spcAft>
                  <a:buClrTx/>
                  <a:buSzTx/>
                  <a:tabLst/>
                  <a:defRPr/>
                </a:pPr>
                <a:r>
                  <a:rPr lang="en-US" sz="1600" dirty="0">
                    <a:solidFill>
                      <a:srgbClr val="404040"/>
                    </a:solidFill>
                    <a:latin typeface="Times New Roman" panose="02020603050405020304" pitchFamily="18" charset="0"/>
                    <a:cs typeface="Times New Roman" panose="02020603050405020304" pitchFamily="18" charset="0"/>
                  </a:rPr>
                  <a:t>where </a:t>
                </a:r>
                <a:r>
                  <a:rPr lang="en-US" sz="1600" dirty="0" err="1">
                    <a:solidFill>
                      <a:srgbClr val="404040"/>
                    </a:solidFill>
                    <a:latin typeface="Times New Roman" panose="02020603050405020304" pitchFamily="18" charset="0"/>
                    <a:cs typeface="Times New Roman" panose="02020603050405020304" pitchFamily="18" charset="0"/>
                  </a:rPr>
                  <a:t>h_pre</a:t>
                </a:r>
                <a:r>
                  <a:rPr lang="en-US" sz="1600" dirty="0">
                    <a:solidFill>
                      <a:srgbClr val="404040"/>
                    </a:solidFill>
                    <a:latin typeface="Times New Roman" panose="02020603050405020304" pitchFamily="18" charset="0"/>
                    <a:cs typeface="Times New Roman" panose="02020603050405020304" pitchFamily="18" charset="0"/>
                  </a:rPr>
                  <a:t> is a vertical vector, and </a:t>
                </a:r>
                <a:r>
                  <a:rPr lang="en-US" sz="1600" dirty="0" err="1">
                    <a:solidFill>
                      <a:srgbClr val="404040"/>
                    </a:solidFill>
                    <a:latin typeface="Times New Roman" panose="02020603050405020304" pitchFamily="18" charset="0"/>
                    <a:cs typeface="Times New Roman" panose="02020603050405020304" pitchFamily="18" charset="0"/>
                  </a:rPr>
                  <a:t>bih</a:t>
                </a:r>
                <a:r>
                  <a:rPr lang="en-US" sz="1600" dirty="0">
                    <a:solidFill>
                      <a:srgbClr val="404040"/>
                    </a:solidFill>
                    <a:latin typeface="Times New Roman" panose="02020603050405020304" pitchFamily="18" charset="0"/>
                    <a:cs typeface="Times New Roman" panose="02020603050405020304" pitchFamily="18" charset="0"/>
                  </a:rPr>
                  <a:t> is a vertical vector, too. </a:t>
                </a:r>
              </a:p>
              <a:p>
                <a:pPr marR="0" lvl="0" algn="just" defTabSz="541338" rtl="0" eaLnBrk="1" fontAlgn="auto" latinLnBrk="0" hangingPunct="1">
                  <a:lnSpc>
                    <a:spcPct val="120000"/>
                  </a:lnSpc>
                  <a:spcBef>
                    <a:spcPts val="0"/>
                  </a:spcBef>
                  <a:spcAft>
                    <a:spcPts val="0"/>
                  </a:spcAft>
                  <a:buClrTx/>
                  <a:buSzTx/>
                  <a:tabLst/>
                  <a:defRPr/>
                </a:pPr>
                <a:endParaRPr lang="en-US" sz="1600"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sz="1600" dirty="0">
                    <a:solidFill>
                      <a:srgbClr val="404040"/>
                    </a:solidFill>
                    <a:latin typeface="Times New Roman" panose="02020603050405020304" pitchFamily="18" charset="0"/>
                    <a:cs typeface="Times New Roman" panose="02020603050405020304" pitchFamily="18" charset="0"/>
                  </a:rPr>
                  <a:t>The h vector is then used to find the output values. </a:t>
                </a:r>
              </a:p>
            </p:txBody>
          </p:sp>
        </mc:Choice>
        <mc:Fallback xmlns="">
          <p:sp>
            <p:nvSpPr>
              <p:cNvPr id="117" name="TextBox 116">
                <a:extLst>
                  <a:ext uri="{FF2B5EF4-FFF2-40B4-BE49-F238E27FC236}">
                    <a16:creationId xmlns:a16="http://schemas.microsoft.com/office/drawing/2014/main" id="{161BCF64-3CB8-038B-94A0-3FCCAAD566AD}"/>
                  </a:ext>
                </a:extLst>
              </p:cNvPr>
              <p:cNvSpPr txBox="1">
                <a:spLocks noRot="1" noChangeAspect="1" noMove="1" noResize="1" noEditPoints="1" noAdjustHandles="1" noChangeArrowheads="1" noChangeShapeType="1" noTextEdit="1"/>
              </p:cNvSpPr>
              <p:nvPr/>
            </p:nvSpPr>
            <p:spPr>
              <a:xfrm>
                <a:off x="4595694" y="1918108"/>
                <a:ext cx="7209831" cy="4797467"/>
              </a:xfrm>
              <a:prstGeom prst="rect">
                <a:avLst/>
              </a:prstGeom>
              <a:blipFill>
                <a:blip r:embed="rId2"/>
                <a:stretch>
                  <a:fillRect l="-507" t="-254" b="-762"/>
                </a:stretch>
              </a:blipFill>
            </p:spPr>
            <p:txBody>
              <a:bodyPr/>
              <a:lstStyle/>
              <a:p>
                <a:r>
                  <a:rPr lang="en-US">
                    <a:noFill/>
                  </a:rPr>
                  <a:t> </a:t>
                </a:r>
              </a:p>
            </p:txBody>
          </p:sp>
        </mc:Fallback>
      </mc:AlternateContent>
      <p:sp>
        <p:nvSpPr>
          <p:cNvPr id="135" name="Content Placeholder 2">
            <a:extLst>
              <a:ext uri="{FF2B5EF4-FFF2-40B4-BE49-F238E27FC236}">
                <a16:creationId xmlns:a16="http://schemas.microsoft.com/office/drawing/2014/main" id="{1E9338DF-580E-AC35-0934-BCF64B9CE21F}"/>
              </a:ext>
            </a:extLst>
          </p:cNvPr>
          <p:cNvSpPr txBox="1">
            <a:spLocks/>
          </p:cNvSpPr>
          <p:nvPr/>
        </p:nvSpPr>
        <p:spPr>
          <a:xfrm>
            <a:off x="525183" y="303658"/>
            <a:ext cx="10875066" cy="63850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kern="1200">
                <a:solidFill>
                  <a:schemeClr val="bg2">
                    <a:lumMod val="50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3200" kern="1200">
                <a:solidFill>
                  <a:schemeClr val="bg2">
                    <a:lumMod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800" kern="1200">
                <a:solidFill>
                  <a:schemeClr val="bg2">
                    <a:lumMod val="50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rPr>
              <a:t>Forward Propagation: Input </a:t>
            </a: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sym typeface="Wingdings" panose="05000000000000000000" pitchFamily="2" charset="2"/>
              </a:rPr>
              <a:t> Hidden (2)</a:t>
            </a:r>
            <a:endPar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endParaRPr>
          </a:p>
        </p:txBody>
      </p:sp>
      <p:grpSp>
        <p:nvGrpSpPr>
          <p:cNvPr id="3" name="Group 2">
            <a:extLst>
              <a:ext uri="{FF2B5EF4-FFF2-40B4-BE49-F238E27FC236}">
                <a16:creationId xmlns:a16="http://schemas.microsoft.com/office/drawing/2014/main" id="{90B7FBD6-3DA2-DB5A-F24B-CE8C9E705D5E}"/>
              </a:ext>
            </a:extLst>
          </p:cNvPr>
          <p:cNvGrpSpPr/>
          <p:nvPr/>
        </p:nvGrpSpPr>
        <p:grpSpPr>
          <a:xfrm>
            <a:off x="677636" y="2738008"/>
            <a:ext cx="653143" cy="482610"/>
            <a:chOff x="685799" y="1273461"/>
            <a:chExt cx="653143" cy="482610"/>
          </a:xfrm>
        </p:grpSpPr>
        <p:sp>
          <p:nvSpPr>
            <p:cNvPr id="4" name="Oval 3">
              <a:extLst>
                <a:ext uri="{FF2B5EF4-FFF2-40B4-BE49-F238E27FC236}">
                  <a16:creationId xmlns:a16="http://schemas.microsoft.com/office/drawing/2014/main" id="{B948D188-F728-0E37-B2AC-D9A19D383076}"/>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5" name="TextBox 4">
              <a:extLst>
                <a:ext uri="{FF2B5EF4-FFF2-40B4-BE49-F238E27FC236}">
                  <a16:creationId xmlns:a16="http://schemas.microsoft.com/office/drawing/2014/main" id="{6E2584BD-EDBC-0E33-8059-3529E765C598}"/>
                </a:ext>
              </a:extLst>
            </p:cNvPr>
            <p:cNvSpPr txBox="1"/>
            <p:nvPr/>
          </p:nvSpPr>
          <p:spPr>
            <a:xfrm>
              <a:off x="685799" y="1387762"/>
              <a:ext cx="653143" cy="246221"/>
            </a:xfrm>
            <a:prstGeom prst="rect">
              <a:avLst/>
            </a:prstGeom>
            <a:noFill/>
          </p:spPr>
          <p:txBody>
            <a:bodyPr wrap="square" rtlCol="0">
              <a:spAutoFit/>
            </a:bodyPr>
            <a:lstStyle/>
            <a:p>
              <a:r>
                <a:rPr lang="en-US" sz="1000" dirty="0"/>
                <a:t>img[0]</a:t>
              </a:r>
            </a:p>
          </p:txBody>
        </p:sp>
      </p:grpSp>
      <p:grpSp>
        <p:nvGrpSpPr>
          <p:cNvPr id="6" name="Group 5">
            <a:extLst>
              <a:ext uri="{FF2B5EF4-FFF2-40B4-BE49-F238E27FC236}">
                <a16:creationId xmlns:a16="http://schemas.microsoft.com/office/drawing/2014/main" id="{2742EC14-892D-E324-96C5-E83863B5701C}"/>
              </a:ext>
            </a:extLst>
          </p:cNvPr>
          <p:cNvGrpSpPr/>
          <p:nvPr/>
        </p:nvGrpSpPr>
        <p:grpSpPr>
          <a:xfrm>
            <a:off x="674913" y="3339444"/>
            <a:ext cx="653143" cy="482610"/>
            <a:chOff x="685799" y="1273461"/>
            <a:chExt cx="653143" cy="482610"/>
          </a:xfrm>
        </p:grpSpPr>
        <p:sp>
          <p:nvSpPr>
            <p:cNvPr id="7" name="Oval 6">
              <a:extLst>
                <a:ext uri="{FF2B5EF4-FFF2-40B4-BE49-F238E27FC236}">
                  <a16:creationId xmlns:a16="http://schemas.microsoft.com/office/drawing/2014/main" id="{F8F887E5-8A93-2500-5CA7-E725737DC7D7}"/>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8" name="TextBox 7">
              <a:extLst>
                <a:ext uri="{FF2B5EF4-FFF2-40B4-BE49-F238E27FC236}">
                  <a16:creationId xmlns:a16="http://schemas.microsoft.com/office/drawing/2014/main" id="{BBB416DD-F9F1-D88B-7B60-643DEB16EA5D}"/>
                </a:ext>
              </a:extLst>
            </p:cNvPr>
            <p:cNvSpPr txBox="1"/>
            <p:nvPr/>
          </p:nvSpPr>
          <p:spPr>
            <a:xfrm>
              <a:off x="685799" y="1387762"/>
              <a:ext cx="653143" cy="246221"/>
            </a:xfrm>
            <a:prstGeom prst="rect">
              <a:avLst/>
            </a:prstGeom>
            <a:noFill/>
          </p:spPr>
          <p:txBody>
            <a:bodyPr wrap="square" rtlCol="0">
              <a:spAutoFit/>
            </a:bodyPr>
            <a:lstStyle/>
            <a:p>
              <a:r>
                <a:rPr lang="en-US" sz="1000" dirty="0"/>
                <a:t>img[1]</a:t>
              </a:r>
            </a:p>
          </p:txBody>
        </p:sp>
      </p:grpSp>
      <p:grpSp>
        <p:nvGrpSpPr>
          <p:cNvPr id="9" name="Group 8">
            <a:extLst>
              <a:ext uri="{FF2B5EF4-FFF2-40B4-BE49-F238E27FC236}">
                <a16:creationId xmlns:a16="http://schemas.microsoft.com/office/drawing/2014/main" id="{E727D606-3948-0D8B-DDCA-468F4394AECA}"/>
              </a:ext>
            </a:extLst>
          </p:cNvPr>
          <p:cNvGrpSpPr/>
          <p:nvPr/>
        </p:nvGrpSpPr>
        <p:grpSpPr>
          <a:xfrm>
            <a:off x="674913" y="3940880"/>
            <a:ext cx="653143" cy="482610"/>
            <a:chOff x="685799" y="1273461"/>
            <a:chExt cx="653143" cy="482610"/>
          </a:xfrm>
        </p:grpSpPr>
        <p:sp>
          <p:nvSpPr>
            <p:cNvPr id="10" name="Oval 9">
              <a:extLst>
                <a:ext uri="{FF2B5EF4-FFF2-40B4-BE49-F238E27FC236}">
                  <a16:creationId xmlns:a16="http://schemas.microsoft.com/office/drawing/2014/main" id="{BB8EAC6D-560D-82C3-CA46-4F80BB435DDA}"/>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1" name="TextBox 10">
              <a:extLst>
                <a:ext uri="{FF2B5EF4-FFF2-40B4-BE49-F238E27FC236}">
                  <a16:creationId xmlns:a16="http://schemas.microsoft.com/office/drawing/2014/main" id="{6C018289-B180-8E37-482F-36DFF2262C2F}"/>
                </a:ext>
              </a:extLst>
            </p:cNvPr>
            <p:cNvSpPr txBox="1"/>
            <p:nvPr/>
          </p:nvSpPr>
          <p:spPr>
            <a:xfrm>
              <a:off x="685799" y="1387762"/>
              <a:ext cx="653143" cy="246221"/>
            </a:xfrm>
            <a:prstGeom prst="rect">
              <a:avLst/>
            </a:prstGeom>
            <a:noFill/>
          </p:spPr>
          <p:txBody>
            <a:bodyPr wrap="square" rtlCol="0">
              <a:spAutoFit/>
            </a:bodyPr>
            <a:lstStyle/>
            <a:p>
              <a:r>
                <a:rPr lang="en-US" sz="1000" dirty="0"/>
                <a:t>img[2]</a:t>
              </a:r>
            </a:p>
          </p:txBody>
        </p:sp>
      </p:grpSp>
      <p:grpSp>
        <p:nvGrpSpPr>
          <p:cNvPr id="12" name="Group 11">
            <a:extLst>
              <a:ext uri="{FF2B5EF4-FFF2-40B4-BE49-F238E27FC236}">
                <a16:creationId xmlns:a16="http://schemas.microsoft.com/office/drawing/2014/main" id="{FFA165EC-B884-82DA-B635-FFECE0EED521}"/>
              </a:ext>
            </a:extLst>
          </p:cNvPr>
          <p:cNvGrpSpPr/>
          <p:nvPr/>
        </p:nvGrpSpPr>
        <p:grpSpPr>
          <a:xfrm>
            <a:off x="682395" y="4534529"/>
            <a:ext cx="653143" cy="482610"/>
            <a:chOff x="685799" y="1273461"/>
            <a:chExt cx="653143" cy="482610"/>
          </a:xfrm>
        </p:grpSpPr>
        <p:sp>
          <p:nvSpPr>
            <p:cNvPr id="13" name="Oval 12">
              <a:extLst>
                <a:ext uri="{FF2B5EF4-FFF2-40B4-BE49-F238E27FC236}">
                  <a16:creationId xmlns:a16="http://schemas.microsoft.com/office/drawing/2014/main" id="{22A79295-29A9-E3D0-6406-3A1839BFCC42}"/>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4" name="TextBox 13">
              <a:extLst>
                <a:ext uri="{FF2B5EF4-FFF2-40B4-BE49-F238E27FC236}">
                  <a16:creationId xmlns:a16="http://schemas.microsoft.com/office/drawing/2014/main" id="{7756CC4A-8990-AAAA-F5EF-15242249E493}"/>
                </a:ext>
              </a:extLst>
            </p:cNvPr>
            <p:cNvSpPr txBox="1"/>
            <p:nvPr/>
          </p:nvSpPr>
          <p:spPr>
            <a:xfrm>
              <a:off x="685799" y="1387762"/>
              <a:ext cx="653143" cy="246221"/>
            </a:xfrm>
            <a:prstGeom prst="rect">
              <a:avLst/>
            </a:prstGeom>
            <a:noFill/>
          </p:spPr>
          <p:txBody>
            <a:bodyPr wrap="square" rtlCol="0">
              <a:spAutoFit/>
            </a:bodyPr>
            <a:lstStyle/>
            <a:p>
              <a:r>
                <a:rPr lang="en-US" sz="1000" dirty="0"/>
                <a:t>img[3]</a:t>
              </a:r>
            </a:p>
          </p:txBody>
        </p:sp>
      </p:grpSp>
      <p:grpSp>
        <p:nvGrpSpPr>
          <p:cNvPr id="15" name="Group 14">
            <a:extLst>
              <a:ext uri="{FF2B5EF4-FFF2-40B4-BE49-F238E27FC236}">
                <a16:creationId xmlns:a16="http://schemas.microsoft.com/office/drawing/2014/main" id="{AC6F46F9-992A-2D33-9F5A-C4CC9A3947B0}"/>
              </a:ext>
            </a:extLst>
          </p:cNvPr>
          <p:cNvGrpSpPr/>
          <p:nvPr/>
        </p:nvGrpSpPr>
        <p:grpSpPr>
          <a:xfrm>
            <a:off x="682395" y="6169375"/>
            <a:ext cx="653143" cy="482610"/>
            <a:chOff x="685799" y="1273461"/>
            <a:chExt cx="653143" cy="482610"/>
          </a:xfrm>
        </p:grpSpPr>
        <p:sp>
          <p:nvSpPr>
            <p:cNvPr id="16" name="Oval 15">
              <a:extLst>
                <a:ext uri="{FF2B5EF4-FFF2-40B4-BE49-F238E27FC236}">
                  <a16:creationId xmlns:a16="http://schemas.microsoft.com/office/drawing/2014/main" id="{3219BADA-918F-7B24-3328-FFBB8948B12F}"/>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7" name="TextBox 16">
              <a:extLst>
                <a:ext uri="{FF2B5EF4-FFF2-40B4-BE49-F238E27FC236}">
                  <a16:creationId xmlns:a16="http://schemas.microsoft.com/office/drawing/2014/main" id="{A91A2A9C-1353-D656-63F9-8AAF468B31B5}"/>
                </a:ext>
              </a:extLst>
            </p:cNvPr>
            <p:cNvSpPr txBox="1"/>
            <p:nvPr/>
          </p:nvSpPr>
          <p:spPr>
            <a:xfrm>
              <a:off x="685799" y="1387762"/>
              <a:ext cx="653143" cy="246221"/>
            </a:xfrm>
            <a:prstGeom prst="rect">
              <a:avLst/>
            </a:prstGeom>
            <a:noFill/>
          </p:spPr>
          <p:txBody>
            <a:bodyPr wrap="square" rtlCol="0">
              <a:spAutoFit/>
            </a:bodyPr>
            <a:lstStyle/>
            <a:p>
              <a:r>
                <a:rPr lang="en-US" sz="1000" dirty="0"/>
                <a:t>img[783]</a:t>
              </a:r>
            </a:p>
          </p:txBody>
        </p:sp>
      </p:grpSp>
      <p:grpSp>
        <p:nvGrpSpPr>
          <p:cNvPr id="19" name="Group 18">
            <a:extLst>
              <a:ext uri="{FF2B5EF4-FFF2-40B4-BE49-F238E27FC236}">
                <a16:creationId xmlns:a16="http://schemas.microsoft.com/office/drawing/2014/main" id="{1E1C6636-697E-A06A-9E4E-F040EE710617}"/>
              </a:ext>
            </a:extLst>
          </p:cNvPr>
          <p:cNvGrpSpPr/>
          <p:nvPr/>
        </p:nvGrpSpPr>
        <p:grpSpPr>
          <a:xfrm>
            <a:off x="3340972" y="2738008"/>
            <a:ext cx="653143" cy="482610"/>
            <a:chOff x="685799" y="1273461"/>
            <a:chExt cx="653143" cy="482610"/>
          </a:xfrm>
        </p:grpSpPr>
        <p:sp>
          <p:nvSpPr>
            <p:cNvPr id="20" name="Oval 19">
              <a:extLst>
                <a:ext uri="{FF2B5EF4-FFF2-40B4-BE49-F238E27FC236}">
                  <a16:creationId xmlns:a16="http://schemas.microsoft.com/office/drawing/2014/main" id="{9531994B-57E1-9AB8-D2F2-85B4DE93E36F}"/>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1" name="TextBox 20">
              <a:extLst>
                <a:ext uri="{FF2B5EF4-FFF2-40B4-BE49-F238E27FC236}">
                  <a16:creationId xmlns:a16="http://schemas.microsoft.com/office/drawing/2014/main" id="{315D7F09-94B4-8020-76A6-472CCA6B975F}"/>
                </a:ext>
              </a:extLst>
            </p:cNvPr>
            <p:cNvSpPr txBox="1"/>
            <p:nvPr/>
          </p:nvSpPr>
          <p:spPr>
            <a:xfrm>
              <a:off x="685799" y="1387762"/>
              <a:ext cx="653143" cy="246221"/>
            </a:xfrm>
            <a:prstGeom prst="rect">
              <a:avLst/>
            </a:prstGeom>
            <a:noFill/>
          </p:spPr>
          <p:txBody>
            <a:bodyPr wrap="square" rtlCol="0">
              <a:spAutoFit/>
            </a:bodyPr>
            <a:lstStyle/>
            <a:p>
              <a:r>
                <a:rPr lang="en-US" sz="1000" dirty="0"/>
                <a:t>   h[0]</a:t>
              </a:r>
            </a:p>
          </p:txBody>
        </p:sp>
      </p:grpSp>
      <p:grpSp>
        <p:nvGrpSpPr>
          <p:cNvPr id="22" name="Group 21">
            <a:extLst>
              <a:ext uri="{FF2B5EF4-FFF2-40B4-BE49-F238E27FC236}">
                <a16:creationId xmlns:a16="http://schemas.microsoft.com/office/drawing/2014/main" id="{ABF5F984-C271-650B-EEB6-FCE9A74A8AC7}"/>
              </a:ext>
            </a:extLst>
          </p:cNvPr>
          <p:cNvGrpSpPr/>
          <p:nvPr/>
        </p:nvGrpSpPr>
        <p:grpSpPr>
          <a:xfrm>
            <a:off x="3338249" y="3339444"/>
            <a:ext cx="653143" cy="482610"/>
            <a:chOff x="685799" y="1273461"/>
            <a:chExt cx="653143" cy="482610"/>
          </a:xfrm>
        </p:grpSpPr>
        <p:sp>
          <p:nvSpPr>
            <p:cNvPr id="23" name="Oval 22">
              <a:extLst>
                <a:ext uri="{FF2B5EF4-FFF2-40B4-BE49-F238E27FC236}">
                  <a16:creationId xmlns:a16="http://schemas.microsoft.com/office/drawing/2014/main" id="{AE441DE2-9F2B-CD79-CCBE-14E80A23952E}"/>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4" name="TextBox 23">
              <a:extLst>
                <a:ext uri="{FF2B5EF4-FFF2-40B4-BE49-F238E27FC236}">
                  <a16:creationId xmlns:a16="http://schemas.microsoft.com/office/drawing/2014/main" id="{055B4903-3224-C93B-949B-2A3968251E82}"/>
                </a:ext>
              </a:extLst>
            </p:cNvPr>
            <p:cNvSpPr txBox="1"/>
            <p:nvPr/>
          </p:nvSpPr>
          <p:spPr>
            <a:xfrm>
              <a:off x="685799" y="1387762"/>
              <a:ext cx="653143" cy="246221"/>
            </a:xfrm>
            <a:prstGeom prst="rect">
              <a:avLst/>
            </a:prstGeom>
            <a:noFill/>
          </p:spPr>
          <p:txBody>
            <a:bodyPr wrap="square" rtlCol="0">
              <a:spAutoFit/>
            </a:bodyPr>
            <a:lstStyle/>
            <a:p>
              <a:r>
                <a:rPr lang="en-US" sz="1000" dirty="0"/>
                <a:t>   h[1]</a:t>
              </a:r>
            </a:p>
          </p:txBody>
        </p:sp>
      </p:grpSp>
      <p:grpSp>
        <p:nvGrpSpPr>
          <p:cNvPr id="25" name="Group 24">
            <a:extLst>
              <a:ext uri="{FF2B5EF4-FFF2-40B4-BE49-F238E27FC236}">
                <a16:creationId xmlns:a16="http://schemas.microsoft.com/office/drawing/2014/main" id="{3A25D31C-BC14-8CB0-BC35-3E76007CEEC9}"/>
              </a:ext>
            </a:extLst>
          </p:cNvPr>
          <p:cNvGrpSpPr/>
          <p:nvPr/>
        </p:nvGrpSpPr>
        <p:grpSpPr>
          <a:xfrm>
            <a:off x="3338249" y="3940880"/>
            <a:ext cx="653143" cy="482610"/>
            <a:chOff x="685799" y="1273461"/>
            <a:chExt cx="653143" cy="482610"/>
          </a:xfrm>
        </p:grpSpPr>
        <p:sp>
          <p:nvSpPr>
            <p:cNvPr id="26" name="Oval 25">
              <a:extLst>
                <a:ext uri="{FF2B5EF4-FFF2-40B4-BE49-F238E27FC236}">
                  <a16:creationId xmlns:a16="http://schemas.microsoft.com/office/drawing/2014/main" id="{7A6E3508-CEF6-175E-08BB-322B370D2409}"/>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7" name="TextBox 26">
              <a:extLst>
                <a:ext uri="{FF2B5EF4-FFF2-40B4-BE49-F238E27FC236}">
                  <a16:creationId xmlns:a16="http://schemas.microsoft.com/office/drawing/2014/main" id="{61AC4036-E758-60E7-2139-E865BD1C80B1}"/>
                </a:ext>
              </a:extLst>
            </p:cNvPr>
            <p:cNvSpPr txBox="1"/>
            <p:nvPr/>
          </p:nvSpPr>
          <p:spPr>
            <a:xfrm>
              <a:off x="685799" y="1387762"/>
              <a:ext cx="653143" cy="246221"/>
            </a:xfrm>
            <a:prstGeom prst="rect">
              <a:avLst/>
            </a:prstGeom>
            <a:noFill/>
          </p:spPr>
          <p:txBody>
            <a:bodyPr wrap="square" rtlCol="0">
              <a:spAutoFit/>
            </a:bodyPr>
            <a:lstStyle/>
            <a:p>
              <a:r>
                <a:rPr lang="en-US" sz="1000" dirty="0"/>
                <a:t>   h[2]</a:t>
              </a:r>
            </a:p>
          </p:txBody>
        </p:sp>
      </p:grpSp>
      <p:grpSp>
        <p:nvGrpSpPr>
          <p:cNvPr id="31" name="Group 30">
            <a:extLst>
              <a:ext uri="{FF2B5EF4-FFF2-40B4-BE49-F238E27FC236}">
                <a16:creationId xmlns:a16="http://schemas.microsoft.com/office/drawing/2014/main" id="{0606BA50-95FA-3CC9-0978-B4DAC7EF6D98}"/>
              </a:ext>
            </a:extLst>
          </p:cNvPr>
          <p:cNvGrpSpPr/>
          <p:nvPr/>
        </p:nvGrpSpPr>
        <p:grpSpPr>
          <a:xfrm>
            <a:off x="3345731" y="5033911"/>
            <a:ext cx="653143" cy="482610"/>
            <a:chOff x="685799" y="1273461"/>
            <a:chExt cx="653143" cy="482610"/>
          </a:xfrm>
        </p:grpSpPr>
        <p:sp>
          <p:nvSpPr>
            <p:cNvPr id="32" name="Oval 31">
              <a:extLst>
                <a:ext uri="{FF2B5EF4-FFF2-40B4-BE49-F238E27FC236}">
                  <a16:creationId xmlns:a16="http://schemas.microsoft.com/office/drawing/2014/main" id="{6BB20DDF-8A66-F3C9-A0DC-0F48A72B616A}"/>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3" name="TextBox 32">
              <a:extLst>
                <a:ext uri="{FF2B5EF4-FFF2-40B4-BE49-F238E27FC236}">
                  <a16:creationId xmlns:a16="http://schemas.microsoft.com/office/drawing/2014/main" id="{9A47015E-13E1-9634-D5E4-85F7581CC539}"/>
                </a:ext>
              </a:extLst>
            </p:cNvPr>
            <p:cNvSpPr txBox="1"/>
            <p:nvPr/>
          </p:nvSpPr>
          <p:spPr>
            <a:xfrm>
              <a:off x="685799" y="1387762"/>
              <a:ext cx="653143" cy="246221"/>
            </a:xfrm>
            <a:prstGeom prst="rect">
              <a:avLst/>
            </a:prstGeom>
            <a:noFill/>
          </p:spPr>
          <p:txBody>
            <a:bodyPr wrap="square" rtlCol="0">
              <a:spAutoFit/>
            </a:bodyPr>
            <a:lstStyle/>
            <a:p>
              <a:r>
                <a:rPr lang="en-US" sz="1000" dirty="0"/>
                <a:t>  h[19]</a:t>
              </a:r>
            </a:p>
          </p:txBody>
        </p:sp>
      </p:grpSp>
      <p:cxnSp>
        <p:nvCxnSpPr>
          <p:cNvPr id="47" name="Straight Arrow Connector 46">
            <a:extLst>
              <a:ext uri="{FF2B5EF4-FFF2-40B4-BE49-F238E27FC236}">
                <a16:creationId xmlns:a16="http://schemas.microsoft.com/office/drawing/2014/main" id="{57AF66CC-798E-E084-DF0A-CA1C3C1A3B7F}"/>
              </a:ext>
            </a:extLst>
          </p:cNvPr>
          <p:cNvCxnSpPr>
            <a:stCxn id="5" idx="3"/>
            <a:endCxn id="21" idx="1"/>
          </p:cNvCxnSpPr>
          <p:nvPr/>
        </p:nvCxnSpPr>
        <p:spPr>
          <a:xfrm>
            <a:off x="1330779" y="2975420"/>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55E4BCE-E8CB-7396-BF50-7700C19787DC}"/>
              </a:ext>
            </a:extLst>
          </p:cNvPr>
          <p:cNvCxnSpPr>
            <a:cxnSpLocks/>
            <a:stCxn id="8" idx="3"/>
            <a:endCxn id="21" idx="1"/>
          </p:cNvCxnSpPr>
          <p:nvPr/>
        </p:nvCxnSpPr>
        <p:spPr>
          <a:xfrm flipV="1">
            <a:off x="1328056" y="2975420"/>
            <a:ext cx="2012916"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50C6080C-1B25-91E3-EAB8-FC1C1B77A476}"/>
              </a:ext>
            </a:extLst>
          </p:cNvPr>
          <p:cNvCxnSpPr>
            <a:cxnSpLocks/>
            <a:stCxn id="11" idx="3"/>
            <a:endCxn id="21" idx="1"/>
          </p:cNvCxnSpPr>
          <p:nvPr/>
        </p:nvCxnSpPr>
        <p:spPr>
          <a:xfrm flipV="1">
            <a:off x="1328056" y="2975420"/>
            <a:ext cx="2012916" cy="1202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29377F32-FCDF-02B3-A536-EF50A0C50D07}"/>
              </a:ext>
            </a:extLst>
          </p:cNvPr>
          <p:cNvCxnSpPr>
            <a:cxnSpLocks/>
            <a:stCxn id="14" idx="3"/>
            <a:endCxn id="21" idx="1"/>
          </p:cNvCxnSpPr>
          <p:nvPr/>
        </p:nvCxnSpPr>
        <p:spPr>
          <a:xfrm flipV="1">
            <a:off x="1335538" y="2975420"/>
            <a:ext cx="2005434" cy="1796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2E637180-D1AB-5DCE-A2CF-6BF1125927A0}"/>
              </a:ext>
            </a:extLst>
          </p:cNvPr>
          <p:cNvCxnSpPr>
            <a:cxnSpLocks/>
            <a:stCxn id="17" idx="3"/>
            <a:endCxn id="21" idx="1"/>
          </p:cNvCxnSpPr>
          <p:nvPr/>
        </p:nvCxnSpPr>
        <p:spPr>
          <a:xfrm flipV="1">
            <a:off x="1335538" y="2975420"/>
            <a:ext cx="2005434" cy="3431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74CB3F2B-EAAF-E7BC-D461-AD08919EABAE}"/>
              </a:ext>
            </a:extLst>
          </p:cNvPr>
          <p:cNvSpPr txBox="1"/>
          <p:nvPr/>
        </p:nvSpPr>
        <p:spPr>
          <a:xfrm>
            <a:off x="2025397" y="2756261"/>
            <a:ext cx="615874" cy="246221"/>
          </a:xfrm>
          <a:prstGeom prst="rect">
            <a:avLst/>
          </a:prstGeom>
          <a:noFill/>
        </p:spPr>
        <p:txBody>
          <a:bodyPr wrap="none" rtlCol="0">
            <a:spAutoFit/>
          </a:bodyPr>
          <a:lstStyle/>
          <a:p>
            <a:r>
              <a:rPr lang="en-US" sz="1000" dirty="0"/>
              <a:t>wih[0,0]</a:t>
            </a:r>
          </a:p>
        </p:txBody>
      </p:sp>
      <p:sp>
        <p:nvSpPr>
          <p:cNvPr id="65" name="TextBox 64">
            <a:extLst>
              <a:ext uri="{FF2B5EF4-FFF2-40B4-BE49-F238E27FC236}">
                <a16:creationId xmlns:a16="http://schemas.microsoft.com/office/drawing/2014/main" id="{536F885D-E12A-BC71-E3E6-9D245EA7C3BA}"/>
              </a:ext>
            </a:extLst>
          </p:cNvPr>
          <p:cNvSpPr txBox="1"/>
          <p:nvPr/>
        </p:nvSpPr>
        <p:spPr>
          <a:xfrm>
            <a:off x="2022679" y="3120932"/>
            <a:ext cx="615874" cy="246221"/>
          </a:xfrm>
          <a:prstGeom prst="rect">
            <a:avLst/>
          </a:prstGeom>
          <a:noFill/>
        </p:spPr>
        <p:txBody>
          <a:bodyPr wrap="none" rtlCol="0">
            <a:spAutoFit/>
          </a:bodyPr>
          <a:lstStyle/>
          <a:p>
            <a:r>
              <a:rPr lang="en-US" sz="1000" dirty="0"/>
              <a:t>wih[0,1]</a:t>
            </a:r>
          </a:p>
        </p:txBody>
      </p:sp>
      <p:sp>
        <p:nvSpPr>
          <p:cNvPr id="66" name="TextBox 65">
            <a:extLst>
              <a:ext uri="{FF2B5EF4-FFF2-40B4-BE49-F238E27FC236}">
                <a16:creationId xmlns:a16="http://schemas.microsoft.com/office/drawing/2014/main" id="{365F1804-9FD3-4015-910C-7EC3F93EB088}"/>
              </a:ext>
            </a:extLst>
          </p:cNvPr>
          <p:cNvSpPr txBox="1"/>
          <p:nvPr/>
        </p:nvSpPr>
        <p:spPr>
          <a:xfrm>
            <a:off x="2006349" y="3455666"/>
            <a:ext cx="615874" cy="246221"/>
          </a:xfrm>
          <a:prstGeom prst="rect">
            <a:avLst/>
          </a:prstGeom>
          <a:noFill/>
        </p:spPr>
        <p:txBody>
          <a:bodyPr wrap="none" rtlCol="0">
            <a:spAutoFit/>
          </a:bodyPr>
          <a:lstStyle/>
          <a:p>
            <a:r>
              <a:rPr lang="en-US" sz="1000" dirty="0"/>
              <a:t>wih[0,2]</a:t>
            </a:r>
          </a:p>
        </p:txBody>
      </p:sp>
      <p:sp>
        <p:nvSpPr>
          <p:cNvPr id="67" name="TextBox 66">
            <a:extLst>
              <a:ext uri="{FF2B5EF4-FFF2-40B4-BE49-F238E27FC236}">
                <a16:creationId xmlns:a16="http://schemas.microsoft.com/office/drawing/2014/main" id="{35DF9874-1490-024A-D752-36003F3A0621}"/>
              </a:ext>
            </a:extLst>
          </p:cNvPr>
          <p:cNvSpPr txBox="1"/>
          <p:nvPr/>
        </p:nvSpPr>
        <p:spPr>
          <a:xfrm>
            <a:off x="1998179" y="3831225"/>
            <a:ext cx="615874" cy="246221"/>
          </a:xfrm>
          <a:prstGeom prst="rect">
            <a:avLst/>
          </a:prstGeom>
          <a:noFill/>
        </p:spPr>
        <p:txBody>
          <a:bodyPr wrap="none" rtlCol="0">
            <a:spAutoFit/>
          </a:bodyPr>
          <a:lstStyle/>
          <a:p>
            <a:r>
              <a:rPr lang="en-US" sz="1000" dirty="0"/>
              <a:t>wih[0,3]</a:t>
            </a:r>
          </a:p>
        </p:txBody>
      </p:sp>
      <p:sp>
        <p:nvSpPr>
          <p:cNvPr id="68" name="TextBox 67">
            <a:extLst>
              <a:ext uri="{FF2B5EF4-FFF2-40B4-BE49-F238E27FC236}">
                <a16:creationId xmlns:a16="http://schemas.microsoft.com/office/drawing/2014/main" id="{23681C97-8A65-2EA2-977A-283ACC55EFB8}"/>
              </a:ext>
            </a:extLst>
          </p:cNvPr>
          <p:cNvSpPr txBox="1"/>
          <p:nvPr/>
        </p:nvSpPr>
        <p:spPr>
          <a:xfrm rot="18301223">
            <a:off x="1571767" y="5022991"/>
            <a:ext cx="747320" cy="246221"/>
          </a:xfrm>
          <a:prstGeom prst="rect">
            <a:avLst/>
          </a:prstGeom>
          <a:noFill/>
        </p:spPr>
        <p:txBody>
          <a:bodyPr wrap="none" rtlCol="0">
            <a:spAutoFit/>
          </a:bodyPr>
          <a:lstStyle/>
          <a:p>
            <a:r>
              <a:rPr lang="en-US" sz="1000" dirty="0"/>
              <a:t>wih[0,783]</a:t>
            </a:r>
          </a:p>
        </p:txBody>
      </p:sp>
      <p:cxnSp>
        <p:nvCxnSpPr>
          <p:cNvPr id="69" name="Straight Arrow Connector 68">
            <a:extLst>
              <a:ext uri="{FF2B5EF4-FFF2-40B4-BE49-F238E27FC236}">
                <a16:creationId xmlns:a16="http://schemas.microsoft.com/office/drawing/2014/main" id="{45F16C6C-8C67-8598-E8ED-C834FCB0D37E}"/>
              </a:ext>
            </a:extLst>
          </p:cNvPr>
          <p:cNvCxnSpPr>
            <a:cxnSpLocks/>
            <a:stCxn id="5" idx="3"/>
            <a:endCxn id="24" idx="1"/>
          </p:cNvCxnSpPr>
          <p:nvPr/>
        </p:nvCxnSpPr>
        <p:spPr>
          <a:xfrm>
            <a:off x="1330779" y="2975420"/>
            <a:ext cx="2007470"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66C97052-F686-DD42-F4CA-1CC2981CE9E9}"/>
              </a:ext>
            </a:extLst>
          </p:cNvPr>
          <p:cNvCxnSpPr>
            <a:cxnSpLocks/>
            <a:stCxn id="8" idx="3"/>
            <a:endCxn id="24" idx="1"/>
          </p:cNvCxnSpPr>
          <p:nvPr/>
        </p:nvCxnSpPr>
        <p:spPr>
          <a:xfrm>
            <a:off x="1328056" y="3576856"/>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0EE31195-42B3-3DFD-C38D-FBA3C44F7E54}"/>
              </a:ext>
            </a:extLst>
          </p:cNvPr>
          <p:cNvCxnSpPr>
            <a:cxnSpLocks/>
            <a:stCxn id="11" idx="3"/>
            <a:endCxn id="24" idx="1"/>
          </p:cNvCxnSpPr>
          <p:nvPr/>
        </p:nvCxnSpPr>
        <p:spPr>
          <a:xfrm flipV="1">
            <a:off x="1328056" y="3576856"/>
            <a:ext cx="2010193"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8F9A540C-BEC6-F035-5657-8B701B90E3A2}"/>
              </a:ext>
            </a:extLst>
          </p:cNvPr>
          <p:cNvCxnSpPr>
            <a:cxnSpLocks/>
            <a:stCxn id="14" idx="3"/>
            <a:endCxn id="24" idx="1"/>
          </p:cNvCxnSpPr>
          <p:nvPr/>
        </p:nvCxnSpPr>
        <p:spPr>
          <a:xfrm flipV="1">
            <a:off x="1335538" y="3576856"/>
            <a:ext cx="2002711" cy="1195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DA513E18-0312-CECC-E8A7-3719C233A0C6}"/>
              </a:ext>
            </a:extLst>
          </p:cNvPr>
          <p:cNvCxnSpPr>
            <a:cxnSpLocks/>
            <a:stCxn id="17" idx="3"/>
            <a:endCxn id="24" idx="1"/>
          </p:cNvCxnSpPr>
          <p:nvPr/>
        </p:nvCxnSpPr>
        <p:spPr>
          <a:xfrm flipV="1">
            <a:off x="1335538" y="3576856"/>
            <a:ext cx="2002711" cy="2829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B30244A6-0D7B-F3E8-3BA4-837A27CC7668}"/>
              </a:ext>
            </a:extLst>
          </p:cNvPr>
          <p:cNvSpPr txBox="1"/>
          <p:nvPr/>
        </p:nvSpPr>
        <p:spPr>
          <a:xfrm rot="18406954">
            <a:off x="1653402" y="5202546"/>
            <a:ext cx="747320" cy="246221"/>
          </a:xfrm>
          <a:prstGeom prst="rect">
            <a:avLst/>
          </a:prstGeom>
          <a:noFill/>
        </p:spPr>
        <p:txBody>
          <a:bodyPr wrap="none" rtlCol="0">
            <a:spAutoFit/>
          </a:bodyPr>
          <a:lstStyle/>
          <a:p>
            <a:r>
              <a:rPr lang="en-US" sz="1000" dirty="0"/>
              <a:t>wih[1,783]</a:t>
            </a:r>
          </a:p>
        </p:txBody>
      </p:sp>
      <p:cxnSp>
        <p:nvCxnSpPr>
          <p:cNvPr id="85" name="Straight Arrow Connector 84">
            <a:extLst>
              <a:ext uri="{FF2B5EF4-FFF2-40B4-BE49-F238E27FC236}">
                <a16:creationId xmlns:a16="http://schemas.microsoft.com/office/drawing/2014/main" id="{69468412-FBDE-2924-D5A0-A98AD4896427}"/>
              </a:ext>
            </a:extLst>
          </p:cNvPr>
          <p:cNvCxnSpPr>
            <a:cxnSpLocks/>
            <a:stCxn id="17" idx="3"/>
            <a:endCxn id="33" idx="1"/>
          </p:cNvCxnSpPr>
          <p:nvPr/>
        </p:nvCxnSpPr>
        <p:spPr>
          <a:xfrm flipV="1">
            <a:off x="1335538" y="5271323"/>
            <a:ext cx="2010193" cy="1135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0B34D5E0-98B3-A8FE-C5E1-9CC694297F27}"/>
              </a:ext>
            </a:extLst>
          </p:cNvPr>
          <p:cNvCxnSpPr>
            <a:cxnSpLocks/>
            <a:stCxn id="17" idx="3"/>
            <a:endCxn id="27" idx="1"/>
          </p:cNvCxnSpPr>
          <p:nvPr/>
        </p:nvCxnSpPr>
        <p:spPr>
          <a:xfrm flipV="1">
            <a:off x="1335538" y="4178292"/>
            <a:ext cx="2002711" cy="2228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6B0DBFB8-2E6C-758B-6433-BC073C49C8F9}"/>
              </a:ext>
            </a:extLst>
          </p:cNvPr>
          <p:cNvSpPr txBox="1"/>
          <p:nvPr/>
        </p:nvSpPr>
        <p:spPr>
          <a:xfrm rot="19737028">
            <a:off x="1888078" y="5635375"/>
            <a:ext cx="813043" cy="246221"/>
          </a:xfrm>
          <a:prstGeom prst="rect">
            <a:avLst/>
          </a:prstGeom>
          <a:noFill/>
        </p:spPr>
        <p:txBody>
          <a:bodyPr wrap="none" rtlCol="0">
            <a:spAutoFit/>
          </a:bodyPr>
          <a:lstStyle/>
          <a:p>
            <a:r>
              <a:rPr lang="en-US" sz="1000" dirty="0"/>
              <a:t>wih[19,783]</a:t>
            </a:r>
          </a:p>
        </p:txBody>
      </p:sp>
      <p:cxnSp>
        <p:nvCxnSpPr>
          <p:cNvPr id="92" name="Straight Arrow Connector 91">
            <a:extLst>
              <a:ext uri="{FF2B5EF4-FFF2-40B4-BE49-F238E27FC236}">
                <a16:creationId xmlns:a16="http://schemas.microsoft.com/office/drawing/2014/main" id="{8399B492-78E4-2E48-FB99-C1A3290538A7}"/>
              </a:ext>
            </a:extLst>
          </p:cNvPr>
          <p:cNvCxnSpPr>
            <a:cxnSpLocks/>
            <a:stCxn id="5" idx="3"/>
            <a:endCxn id="27" idx="1"/>
          </p:cNvCxnSpPr>
          <p:nvPr/>
        </p:nvCxnSpPr>
        <p:spPr>
          <a:xfrm>
            <a:off x="1330779" y="2975420"/>
            <a:ext cx="2007470" cy="1202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4714FF08-99A2-7ADA-EDA2-6E57C87ADF5B}"/>
              </a:ext>
            </a:extLst>
          </p:cNvPr>
          <p:cNvCxnSpPr>
            <a:cxnSpLocks/>
            <a:stCxn id="8" idx="3"/>
            <a:endCxn id="27" idx="1"/>
          </p:cNvCxnSpPr>
          <p:nvPr/>
        </p:nvCxnSpPr>
        <p:spPr>
          <a:xfrm>
            <a:off x="1328056" y="3576856"/>
            <a:ext cx="2010193"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A8F787E6-4B35-AA83-DEFA-01BF3950CF4F}"/>
              </a:ext>
            </a:extLst>
          </p:cNvPr>
          <p:cNvCxnSpPr>
            <a:cxnSpLocks/>
            <a:stCxn id="11" idx="3"/>
            <a:endCxn id="27" idx="1"/>
          </p:cNvCxnSpPr>
          <p:nvPr/>
        </p:nvCxnSpPr>
        <p:spPr>
          <a:xfrm>
            <a:off x="1328056" y="4178292"/>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E3D18727-0961-5438-F0A6-E9406D1DD4C9}"/>
              </a:ext>
            </a:extLst>
          </p:cNvPr>
          <p:cNvCxnSpPr>
            <a:cxnSpLocks/>
            <a:stCxn id="14" idx="3"/>
            <a:endCxn id="27" idx="1"/>
          </p:cNvCxnSpPr>
          <p:nvPr/>
        </p:nvCxnSpPr>
        <p:spPr>
          <a:xfrm flipV="1">
            <a:off x="1335538" y="4178292"/>
            <a:ext cx="2002711" cy="593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A8DFE33E-67C8-077F-732D-2B03C015C617}"/>
              </a:ext>
            </a:extLst>
          </p:cNvPr>
          <p:cNvCxnSpPr>
            <a:cxnSpLocks/>
            <a:stCxn id="5" idx="3"/>
            <a:endCxn id="33" idx="1"/>
          </p:cNvCxnSpPr>
          <p:nvPr/>
        </p:nvCxnSpPr>
        <p:spPr>
          <a:xfrm>
            <a:off x="1330779" y="2975420"/>
            <a:ext cx="2014952" cy="2295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982616E1-D926-7FE9-9C8C-6D46726A4FB2}"/>
              </a:ext>
            </a:extLst>
          </p:cNvPr>
          <p:cNvCxnSpPr>
            <a:cxnSpLocks/>
            <a:stCxn id="8" idx="3"/>
            <a:endCxn id="33" idx="1"/>
          </p:cNvCxnSpPr>
          <p:nvPr/>
        </p:nvCxnSpPr>
        <p:spPr>
          <a:xfrm>
            <a:off x="1328056" y="3576856"/>
            <a:ext cx="2017675" cy="1694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05F5E5A2-FF8F-9FD2-2FA6-3D8FEC05A4D6}"/>
              </a:ext>
            </a:extLst>
          </p:cNvPr>
          <p:cNvCxnSpPr>
            <a:cxnSpLocks/>
            <a:stCxn id="11" idx="3"/>
            <a:endCxn id="33" idx="1"/>
          </p:cNvCxnSpPr>
          <p:nvPr/>
        </p:nvCxnSpPr>
        <p:spPr>
          <a:xfrm>
            <a:off x="1328056" y="4178292"/>
            <a:ext cx="2017675" cy="1093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616B1724-0973-8ECF-5C97-3BF1EAAF449B}"/>
              </a:ext>
            </a:extLst>
          </p:cNvPr>
          <p:cNvCxnSpPr>
            <a:cxnSpLocks/>
          </p:cNvCxnSpPr>
          <p:nvPr/>
        </p:nvCxnSpPr>
        <p:spPr>
          <a:xfrm>
            <a:off x="1301019" y="4729356"/>
            <a:ext cx="2010193" cy="499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8" name="Oval 117">
            <a:extLst>
              <a:ext uri="{FF2B5EF4-FFF2-40B4-BE49-F238E27FC236}">
                <a16:creationId xmlns:a16="http://schemas.microsoft.com/office/drawing/2014/main" id="{514701DB-A8AE-2C4E-666D-E34525593DC9}"/>
              </a:ext>
            </a:extLst>
          </p:cNvPr>
          <p:cNvSpPr/>
          <p:nvPr/>
        </p:nvSpPr>
        <p:spPr>
          <a:xfrm>
            <a:off x="742817" y="1976002"/>
            <a:ext cx="489437" cy="482610"/>
          </a:xfrm>
          <a:prstGeom prst="ellipse">
            <a:avLst/>
          </a:prstGeom>
          <a:solidFill>
            <a:schemeClr val="accent4">
              <a:lumMod val="20000"/>
              <a:lumOff val="8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25" name="TextBox 124">
            <a:extLst>
              <a:ext uri="{FF2B5EF4-FFF2-40B4-BE49-F238E27FC236}">
                <a16:creationId xmlns:a16="http://schemas.microsoft.com/office/drawing/2014/main" id="{322310D8-47E7-AC61-00D5-8C618BDDE87A}"/>
              </a:ext>
            </a:extLst>
          </p:cNvPr>
          <p:cNvSpPr txBox="1"/>
          <p:nvPr/>
        </p:nvSpPr>
        <p:spPr>
          <a:xfrm>
            <a:off x="708771" y="2103957"/>
            <a:ext cx="653143" cy="246221"/>
          </a:xfrm>
          <a:prstGeom prst="rect">
            <a:avLst/>
          </a:prstGeom>
          <a:noFill/>
        </p:spPr>
        <p:txBody>
          <a:bodyPr wrap="square" rtlCol="0">
            <a:spAutoFit/>
          </a:bodyPr>
          <a:lstStyle/>
          <a:p>
            <a:r>
              <a:rPr lang="en-US" sz="1000" dirty="0"/>
              <a:t>bias = 1</a:t>
            </a:r>
          </a:p>
        </p:txBody>
      </p:sp>
      <p:cxnSp>
        <p:nvCxnSpPr>
          <p:cNvPr id="126" name="Straight Arrow Connector 125">
            <a:extLst>
              <a:ext uri="{FF2B5EF4-FFF2-40B4-BE49-F238E27FC236}">
                <a16:creationId xmlns:a16="http://schemas.microsoft.com/office/drawing/2014/main" id="{25AA5C9B-FA5F-B03E-8BFF-63BE6BACD0D2}"/>
              </a:ext>
            </a:extLst>
          </p:cNvPr>
          <p:cNvCxnSpPr>
            <a:cxnSpLocks/>
            <a:stCxn id="125" idx="3"/>
            <a:endCxn id="21" idx="1"/>
          </p:cNvCxnSpPr>
          <p:nvPr/>
        </p:nvCxnSpPr>
        <p:spPr>
          <a:xfrm>
            <a:off x="1361914" y="2227068"/>
            <a:ext cx="1979058" cy="748352"/>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28DEE38F-1C11-A3DB-1D57-6210E3219535}"/>
              </a:ext>
            </a:extLst>
          </p:cNvPr>
          <p:cNvSpPr txBox="1"/>
          <p:nvPr/>
        </p:nvSpPr>
        <p:spPr>
          <a:xfrm rot="1267240">
            <a:off x="1690309" y="2143729"/>
            <a:ext cx="494046" cy="246221"/>
          </a:xfrm>
          <a:prstGeom prst="rect">
            <a:avLst/>
          </a:prstGeom>
          <a:noFill/>
        </p:spPr>
        <p:txBody>
          <a:bodyPr wrap="none" rtlCol="0">
            <a:spAutoFit/>
          </a:bodyPr>
          <a:lstStyle/>
          <a:p>
            <a:r>
              <a:rPr lang="en-US" sz="1000" dirty="0" err="1"/>
              <a:t>bih</a:t>
            </a:r>
            <a:r>
              <a:rPr lang="en-US" sz="1000" dirty="0"/>
              <a:t>[0]</a:t>
            </a:r>
          </a:p>
        </p:txBody>
      </p:sp>
      <p:cxnSp>
        <p:nvCxnSpPr>
          <p:cNvPr id="128" name="Straight Arrow Connector 127">
            <a:extLst>
              <a:ext uri="{FF2B5EF4-FFF2-40B4-BE49-F238E27FC236}">
                <a16:creationId xmlns:a16="http://schemas.microsoft.com/office/drawing/2014/main" id="{A5D85E89-0209-74C3-E69B-2D9E096732A8}"/>
              </a:ext>
            </a:extLst>
          </p:cNvPr>
          <p:cNvCxnSpPr>
            <a:cxnSpLocks/>
            <a:stCxn id="125" idx="3"/>
            <a:endCxn id="24" idx="1"/>
          </p:cNvCxnSpPr>
          <p:nvPr/>
        </p:nvCxnSpPr>
        <p:spPr>
          <a:xfrm>
            <a:off x="1361914" y="2227068"/>
            <a:ext cx="1976335" cy="1349788"/>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F4D2C28C-F558-21AA-1B9B-2E5E732FFA5F}"/>
              </a:ext>
            </a:extLst>
          </p:cNvPr>
          <p:cNvCxnSpPr>
            <a:cxnSpLocks/>
            <a:stCxn id="125" idx="3"/>
            <a:endCxn id="27" idx="1"/>
          </p:cNvCxnSpPr>
          <p:nvPr/>
        </p:nvCxnSpPr>
        <p:spPr>
          <a:xfrm>
            <a:off x="1361914" y="2227068"/>
            <a:ext cx="1976335" cy="1951224"/>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4420A403-8809-30DF-9DFC-EEE05842B219}"/>
              </a:ext>
            </a:extLst>
          </p:cNvPr>
          <p:cNvCxnSpPr>
            <a:cxnSpLocks/>
            <a:stCxn id="125" idx="3"/>
            <a:endCxn id="33" idx="1"/>
          </p:cNvCxnSpPr>
          <p:nvPr/>
        </p:nvCxnSpPr>
        <p:spPr>
          <a:xfrm>
            <a:off x="1361914" y="2227068"/>
            <a:ext cx="1983817" cy="3044255"/>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7FB0D278-9AC0-EB9F-3049-E3DDC7DFB6C7}"/>
              </a:ext>
            </a:extLst>
          </p:cNvPr>
          <p:cNvSpPr txBox="1"/>
          <p:nvPr/>
        </p:nvSpPr>
        <p:spPr>
          <a:xfrm rot="1267240">
            <a:off x="1605317" y="2357679"/>
            <a:ext cx="494046" cy="246221"/>
          </a:xfrm>
          <a:prstGeom prst="rect">
            <a:avLst/>
          </a:prstGeom>
          <a:noFill/>
        </p:spPr>
        <p:txBody>
          <a:bodyPr wrap="none" rtlCol="0">
            <a:spAutoFit/>
          </a:bodyPr>
          <a:lstStyle/>
          <a:p>
            <a:r>
              <a:rPr lang="en-US" sz="1000" dirty="0" err="1"/>
              <a:t>bih</a:t>
            </a:r>
            <a:r>
              <a:rPr lang="en-US" sz="1000" dirty="0"/>
              <a:t>[1]</a:t>
            </a:r>
          </a:p>
        </p:txBody>
      </p:sp>
      <p:sp>
        <p:nvSpPr>
          <p:cNvPr id="132" name="TextBox 131">
            <a:extLst>
              <a:ext uri="{FF2B5EF4-FFF2-40B4-BE49-F238E27FC236}">
                <a16:creationId xmlns:a16="http://schemas.microsoft.com/office/drawing/2014/main" id="{1C1187B2-AF58-C548-9778-2EBC56F2E06C}"/>
              </a:ext>
            </a:extLst>
          </p:cNvPr>
          <p:cNvSpPr txBox="1"/>
          <p:nvPr/>
        </p:nvSpPr>
        <p:spPr>
          <a:xfrm rot="3730976">
            <a:off x="1276451" y="2545252"/>
            <a:ext cx="559769" cy="246221"/>
          </a:xfrm>
          <a:prstGeom prst="rect">
            <a:avLst/>
          </a:prstGeom>
          <a:noFill/>
        </p:spPr>
        <p:txBody>
          <a:bodyPr wrap="none" rtlCol="0">
            <a:spAutoFit/>
          </a:bodyPr>
          <a:lstStyle/>
          <a:p>
            <a:r>
              <a:rPr lang="en-US" sz="1000" dirty="0" err="1"/>
              <a:t>bih</a:t>
            </a:r>
            <a:r>
              <a:rPr lang="en-US" sz="1000" dirty="0"/>
              <a:t>[19]</a:t>
            </a:r>
          </a:p>
        </p:txBody>
      </p:sp>
      <p:sp>
        <p:nvSpPr>
          <p:cNvPr id="133" name="TextBox 132">
            <a:extLst>
              <a:ext uri="{FF2B5EF4-FFF2-40B4-BE49-F238E27FC236}">
                <a16:creationId xmlns:a16="http://schemas.microsoft.com/office/drawing/2014/main" id="{4BAEE408-20C3-6F5B-8744-F6FB2EC38629}"/>
              </a:ext>
            </a:extLst>
          </p:cNvPr>
          <p:cNvSpPr txBox="1"/>
          <p:nvPr/>
        </p:nvSpPr>
        <p:spPr>
          <a:xfrm rot="2624062">
            <a:off x="1663935" y="2644900"/>
            <a:ext cx="494046" cy="246221"/>
          </a:xfrm>
          <a:prstGeom prst="rect">
            <a:avLst/>
          </a:prstGeom>
          <a:noFill/>
        </p:spPr>
        <p:txBody>
          <a:bodyPr wrap="none" rtlCol="0">
            <a:spAutoFit/>
          </a:bodyPr>
          <a:lstStyle/>
          <a:p>
            <a:r>
              <a:rPr lang="en-US" sz="1000" dirty="0" err="1"/>
              <a:t>bih</a:t>
            </a:r>
            <a:r>
              <a:rPr lang="en-US" sz="1000" dirty="0"/>
              <a:t>[2]</a:t>
            </a:r>
          </a:p>
        </p:txBody>
      </p:sp>
    </p:spTree>
    <p:extLst>
      <p:ext uri="{BB962C8B-B14F-4D97-AF65-F5344CB8AC3E}">
        <p14:creationId xmlns:p14="http://schemas.microsoft.com/office/powerpoint/2010/main" val="1304714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9" name="Straight Arrow Connector 98">
            <a:extLst>
              <a:ext uri="{FF2B5EF4-FFF2-40B4-BE49-F238E27FC236}">
                <a16:creationId xmlns:a16="http://schemas.microsoft.com/office/drawing/2014/main" id="{18E8984E-56F5-9BB5-977A-A0EBC4B43C3B}"/>
              </a:ext>
            </a:extLst>
          </p:cNvPr>
          <p:cNvCxnSpPr>
            <a:cxnSpLocks/>
            <a:stCxn id="46" idx="3"/>
            <a:endCxn id="71" idx="1"/>
          </p:cNvCxnSpPr>
          <p:nvPr/>
        </p:nvCxnSpPr>
        <p:spPr>
          <a:xfrm flipV="1">
            <a:off x="1335538" y="5408235"/>
            <a:ext cx="2010193" cy="646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3C046CB4-673D-2510-49B6-A8603AEFF84E}"/>
              </a:ext>
            </a:extLst>
          </p:cNvPr>
          <p:cNvCxnSpPr>
            <a:cxnSpLocks/>
            <a:stCxn id="28" idx="3"/>
            <a:endCxn id="64" idx="1"/>
          </p:cNvCxnSpPr>
          <p:nvPr/>
        </p:nvCxnSpPr>
        <p:spPr>
          <a:xfrm>
            <a:off x="1330779" y="3098513"/>
            <a:ext cx="2007470" cy="1202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397E2A81-CD54-AE49-F088-39A6AC01E0E6}"/>
              </a:ext>
            </a:extLst>
          </p:cNvPr>
          <p:cNvCxnSpPr>
            <a:cxnSpLocks/>
            <a:stCxn id="109" idx="3"/>
            <a:endCxn id="71" idx="1"/>
          </p:cNvCxnSpPr>
          <p:nvPr/>
        </p:nvCxnSpPr>
        <p:spPr>
          <a:xfrm>
            <a:off x="1362479" y="2235310"/>
            <a:ext cx="1983252" cy="3172925"/>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03F713FB-C573-2B8C-C20F-9B5D7D524631}"/>
              </a:ext>
            </a:extLst>
          </p:cNvPr>
          <p:cNvCxnSpPr>
            <a:cxnSpLocks/>
            <a:stCxn id="28" idx="3"/>
            <a:endCxn id="58" idx="1"/>
          </p:cNvCxnSpPr>
          <p:nvPr/>
        </p:nvCxnSpPr>
        <p:spPr>
          <a:xfrm>
            <a:off x="1330779" y="3098513"/>
            <a:ext cx="2007470"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6E7DAFEA-1F6F-48E3-BB1D-F57715ECA072}"/>
              </a:ext>
            </a:extLst>
          </p:cNvPr>
          <p:cNvSpPr txBox="1">
            <a:spLocks/>
          </p:cNvSpPr>
          <p:nvPr/>
        </p:nvSpPr>
        <p:spPr>
          <a:xfrm>
            <a:off x="457198" y="1019452"/>
            <a:ext cx="10497313" cy="736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mbria" panose="02040503050406030204" pitchFamily="18" charset="0"/>
              <a:cs typeface="Calibri" panose="020F0502020204030204" pitchFamily="34" charset="0"/>
            </a:endParaRPr>
          </a:p>
        </p:txBody>
      </p:sp>
      <p:sp>
        <p:nvSpPr>
          <p:cNvPr id="116" name="TextBox 115">
            <a:extLst>
              <a:ext uri="{FF2B5EF4-FFF2-40B4-BE49-F238E27FC236}">
                <a16:creationId xmlns:a16="http://schemas.microsoft.com/office/drawing/2014/main" id="{62F9DDA2-C9A2-8F5D-6926-77778ACF8611}"/>
              </a:ext>
            </a:extLst>
          </p:cNvPr>
          <p:cNvSpPr txBox="1"/>
          <p:nvPr/>
        </p:nvSpPr>
        <p:spPr>
          <a:xfrm>
            <a:off x="525184" y="1035253"/>
            <a:ext cx="10429327" cy="463204"/>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sz="2200" dirty="0">
                <a:solidFill>
                  <a:srgbClr val="FF0000"/>
                </a:solidFill>
                <a:latin typeface="Times New Roman" panose="02020603050405020304" pitchFamily="18" charset="0"/>
                <a:cs typeface="Times New Roman" panose="02020603050405020304" pitchFamily="18" charset="0"/>
              </a:rPr>
              <a:t>Matrix Operations</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117" name="TextBox 116">
            <a:extLst>
              <a:ext uri="{FF2B5EF4-FFF2-40B4-BE49-F238E27FC236}">
                <a16:creationId xmlns:a16="http://schemas.microsoft.com/office/drawing/2014/main" id="{161BCF64-3CB8-038B-94A0-3FCCAAD566AD}"/>
              </a:ext>
            </a:extLst>
          </p:cNvPr>
          <p:cNvSpPr txBox="1"/>
          <p:nvPr/>
        </p:nvSpPr>
        <p:spPr>
          <a:xfrm>
            <a:off x="4595694" y="1918108"/>
            <a:ext cx="7209831" cy="3387338"/>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The hidden matrix is [20x1], which is a vertical vector.</a:t>
            </a:r>
          </a:p>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The output matrix is [10x1], which is a vertical vector, too.</a:t>
            </a:r>
          </a:p>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Then, what is the shape of the “who” matrix?</a:t>
            </a:r>
          </a:p>
          <a:p>
            <a:pPr marR="0" lvl="0" algn="just" defTabSz="541338" rtl="0" eaLnBrk="1" fontAlgn="auto" latinLnBrk="0" hangingPunct="1">
              <a:lnSpc>
                <a:spcPct val="120000"/>
              </a:lnSpc>
              <a:spcBef>
                <a:spcPts val="0"/>
              </a:spcBef>
              <a:spcAft>
                <a:spcPts val="0"/>
              </a:spcAft>
              <a:buClrTx/>
              <a:buSzTx/>
              <a:tabLst/>
              <a:defRPr/>
            </a:pPr>
            <a:endParaRPr lang="en-US"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Analysis</a:t>
            </a:r>
          </a:p>
          <a:p>
            <a:pPr marR="0" lvl="0" algn="just" defTabSz="541338" rtl="0" eaLnBrk="1" fontAlgn="auto" latinLnBrk="0" hangingPunct="1">
              <a:lnSpc>
                <a:spcPct val="120000"/>
              </a:lnSpc>
              <a:spcBef>
                <a:spcPts val="0"/>
              </a:spcBef>
              <a:spcAft>
                <a:spcPts val="0"/>
              </a:spcAft>
              <a:buClrTx/>
              <a:buSzTx/>
              <a:tabLst/>
              <a:defRPr/>
            </a:pPr>
            <a:r>
              <a:rPr lang="en-US" dirty="0" err="1">
                <a:solidFill>
                  <a:srgbClr val="404040"/>
                </a:solidFill>
                <a:latin typeface="Times New Roman" panose="02020603050405020304" pitchFamily="18" charset="0"/>
                <a:cs typeface="Times New Roman" panose="02020603050405020304" pitchFamily="18" charset="0"/>
              </a:rPr>
              <a:t>who.hidden</a:t>
            </a:r>
            <a:r>
              <a:rPr lang="en-US" dirty="0">
                <a:solidFill>
                  <a:srgbClr val="404040"/>
                </a:solidFill>
                <a:latin typeface="Times New Roman" panose="02020603050405020304" pitchFamily="18" charset="0"/>
                <a:cs typeface="Times New Roman" panose="02020603050405020304" pitchFamily="18" charset="0"/>
              </a:rPr>
              <a:t> = output</a:t>
            </a:r>
          </a:p>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 x ?] . [20 x 1] = [10 x1]</a:t>
            </a:r>
          </a:p>
          <a:p>
            <a:pPr algn="just" defTabSz="541338">
              <a:lnSpc>
                <a:spcPct val="120000"/>
              </a:lnSpc>
              <a:defRPr/>
            </a:pPr>
            <a:r>
              <a:rPr lang="en-US" dirty="0">
                <a:solidFill>
                  <a:srgbClr val="404040"/>
                </a:solidFill>
                <a:latin typeface="Times New Roman" panose="02020603050405020304" pitchFamily="18" charset="0"/>
                <a:cs typeface="Times New Roman" panose="02020603050405020304" pitchFamily="18" charset="0"/>
              </a:rPr>
              <a:t>[10 x 20] . [20 x 1] = [10 x 1]                             #according to matrix theory</a:t>
            </a:r>
          </a:p>
          <a:p>
            <a:pPr algn="just" defTabSz="541338">
              <a:lnSpc>
                <a:spcPct val="120000"/>
              </a:lnSpc>
              <a:defRPr/>
            </a:pPr>
            <a:r>
              <a:rPr lang="en-US" dirty="0">
                <a:solidFill>
                  <a:srgbClr val="404040"/>
                </a:solidFill>
                <a:latin typeface="Times New Roman" panose="02020603050405020304" pitchFamily="18" charset="0"/>
                <a:cs typeface="Times New Roman" panose="02020603050405020304" pitchFamily="18" charset="0"/>
              </a:rPr>
              <a:t>Thus the shape of “who” matrix is here defined as 10x20.</a:t>
            </a:r>
          </a:p>
          <a:p>
            <a:pPr algn="just" defTabSz="541338">
              <a:lnSpc>
                <a:spcPct val="120000"/>
              </a:lnSpc>
              <a:defRPr/>
            </a:pPr>
            <a:endParaRPr lang="en-US" dirty="0">
              <a:solidFill>
                <a:srgbClr val="404040"/>
              </a:solidFill>
              <a:latin typeface="Times New Roman" panose="02020603050405020304" pitchFamily="18" charset="0"/>
              <a:cs typeface="Times New Roman" panose="02020603050405020304" pitchFamily="18" charset="0"/>
            </a:endParaRPr>
          </a:p>
        </p:txBody>
      </p:sp>
      <p:sp>
        <p:nvSpPr>
          <p:cNvPr id="118" name="Oval 117">
            <a:extLst>
              <a:ext uri="{FF2B5EF4-FFF2-40B4-BE49-F238E27FC236}">
                <a16:creationId xmlns:a16="http://schemas.microsoft.com/office/drawing/2014/main" id="{744F334E-8CB6-13B6-98C7-371C5C132D24}"/>
              </a:ext>
            </a:extLst>
          </p:cNvPr>
          <p:cNvSpPr/>
          <p:nvPr/>
        </p:nvSpPr>
        <p:spPr>
          <a:xfrm>
            <a:off x="4595694" y="4277310"/>
            <a:ext cx="1036301" cy="40031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Content Placeholder 2">
            <a:extLst>
              <a:ext uri="{FF2B5EF4-FFF2-40B4-BE49-F238E27FC236}">
                <a16:creationId xmlns:a16="http://schemas.microsoft.com/office/drawing/2014/main" id="{87A0F67D-E2C0-F998-BF01-46914CA44C5F}"/>
              </a:ext>
            </a:extLst>
          </p:cNvPr>
          <p:cNvSpPr>
            <a:spLocks noGrp="1"/>
          </p:cNvSpPr>
          <p:nvPr>
            <p:ph idx="1"/>
          </p:nvPr>
        </p:nvSpPr>
        <p:spPr>
          <a:xfrm>
            <a:off x="525183" y="303658"/>
            <a:ext cx="10875066" cy="638502"/>
          </a:xfrm>
        </p:spPr>
        <p:txBody>
          <a:bodyPr>
            <a:noAutofit/>
          </a:bodyPr>
          <a:lstStyle/>
          <a:p>
            <a:pPr marL="0" indent="0">
              <a:buNone/>
            </a:pP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rPr>
              <a:t>Forward Propagation: Hidden </a:t>
            </a: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sym typeface="Wingdings" panose="05000000000000000000" pitchFamily="2" charset="2"/>
              </a:rPr>
              <a:t> Output (1)</a:t>
            </a:r>
            <a:endPar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endParaRPr>
          </a:p>
        </p:txBody>
      </p:sp>
      <p:cxnSp>
        <p:nvCxnSpPr>
          <p:cNvPr id="14" name="Straight Arrow Connector 13">
            <a:extLst>
              <a:ext uri="{FF2B5EF4-FFF2-40B4-BE49-F238E27FC236}">
                <a16:creationId xmlns:a16="http://schemas.microsoft.com/office/drawing/2014/main" id="{FDB95C81-849A-4D73-2665-87ED77C0751D}"/>
              </a:ext>
            </a:extLst>
          </p:cNvPr>
          <p:cNvCxnSpPr>
            <a:cxnSpLocks/>
            <a:stCxn id="109" idx="3"/>
            <a:endCxn id="64" idx="1"/>
          </p:cNvCxnSpPr>
          <p:nvPr/>
        </p:nvCxnSpPr>
        <p:spPr>
          <a:xfrm>
            <a:off x="1362479" y="2235310"/>
            <a:ext cx="1975770" cy="2066075"/>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6205C97-4CEE-4B00-3AC0-9B74A5D51315}"/>
              </a:ext>
            </a:extLst>
          </p:cNvPr>
          <p:cNvCxnSpPr>
            <a:cxnSpLocks/>
            <a:stCxn id="34" idx="3"/>
            <a:endCxn id="58" idx="1"/>
          </p:cNvCxnSpPr>
          <p:nvPr/>
        </p:nvCxnSpPr>
        <p:spPr>
          <a:xfrm>
            <a:off x="1328056" y="3699949"/>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B5CDAA1-4548-D230-65B3-8EB0C4534073}"/>
              </a:ext>
            </a:extLst>
          </p:cNvPr>
          <p:cNvGrpSpPr/>
          <p:nvPr/>
        </p:nvGrpSpPr>
        <p:grpSpPr>
          <a:xfrm>
            <a:off x="677636" y="2861101"/>
            <a:ext cx="653143" cy="482610"/>
            <a:chOff x="685799" y="1273461"/>
            <a:chExt cx="653143" cy="482610"/>
          </a:xfrm>
        </p:grpSpPr>
        <p:sp>
          <p:nvSpPr>
            <p:cNvPr id="19" name="Oval 18">
              <a:extLst>
                <a:ext uri="{FF2B5EF4-FFF2-40B4-BE49-F238E27FC236}">
                  <a16:creationId xmlns:a16="http://schemas.microsoft.com/office/drawing/2014/main" id="{EC6A87EB-0C9D-6FB7-4DC4-0C14BF66CB78}"/>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8" name="TextBox 27">
              <a:extLst>
                <a:ext uri="{FF2B5EF4-FFF2-40B4-BE49-F238E27FC236}">
                  <a16:creationId xmlns:a16="http://schemas.microsoft.com/office/drawing/2014/main" id="{40F2DE4A-C74B-3EA9-B7E5-94DB93B35629}"/>
                </a:ext>
              </a:extLst>
            </p:cNvPr>
            <p:cNvSpPr txBox="1"/>
            <p:nvPr/>
          </p:nvSpPr>
          <p:spPr>
            <a:xfrm>
              <a:off x="685799" y="1387762"/>
              <a:ext cx="653143" cy="246221"/>
            </a:xfrm>
            <a:prstGeom prst="rect">
              <a:avLst/>
            </a:prstGeom>
            <a:noFill/>
          </p:spPr>
          <p:txBody>
            <a:bodyPr wrap="square" rtlCol="0">
              <a:spAutoFit/>
            </a:bodyPr>
            <a:lstStyle/>
            <a:p>
              <a:r>
                <a:rPr lang="en-US" sz="1000" dirty="0"/>
                <a:t>h[0]</a:t>
              </a:r>
            </a:p>
          </p:txBody>
        </p:sp>
      </p:grpSp>
      <p:grpSp>
        <p:nvGrpSpPr>
          <p:cNvPr id="29" name="Group 28">
            <a:extLst>
              <a:ext uri="{FF2B5EF4-FFF2-40B4-BE49-F238E27FC236}">
                <a16:creationId xmlns:a16="http://schemas.microsoft.com/office/drawing/2014/main" id="{C9405D41-6844-63DA-B865-5C6211C1C455}"/>
              </a:ext>
            </a:extLst>
          </p:cNvPr>
          <p:cNvGrpSpPr/>
          <p:nvPr/>
        </p:nvGrpSpPr>
        <p:grpSpPr>
          <a:xfrm>
            <a:off x="674913" y="3462537"/>
            <a:ext cx="653143" cy="482610"/>
            <a:chOff x="685799" y="1273461"/>
            <a:chExt cx="653143" cy="482610"/>
          </a:xfrm>
        </p:grpSpPr>
        <p:sp>
          <p:nvSpPr>
            <p:cNvPr id="30" name="Oval 29">
              <a:extLst>
                <a:ext uri="{FF2B5EF4-FFF2-40B4-BE49-F238E27FC236}">
                  <a16:creationId xmlns:a16="http://schemas.microsoft.com/office/drawing/2014/main" id="{D0450B1B-B3DB-2D30-29AB-76ABFE765160}"/>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4" name="TextBox 33">
              <a:extLst>
                <a:ext uri="{FF2B5EF4-FFF2-40B4-BE49-F238E27FC236}">
                  <a16:creationId xmlns:a16="http://schemas.microsoft.com/office/drawing/2014/main" id="{94EBEAB0-1771-03AB-CE69-BFD313B360D9}"/>
                </a:ext>
              </a:extLst>
            </p:cNvPr>
            <p:cNvSpPr txBox="1"/>
            <p:nvPr/>
          </p:nvSpPr>
          <p:spPr>
            <a:xfrm>
              <a:off x="685799" y="1387762"/>
              <a:ext cx="653143" cy="246221"/>
            </a:xfrm>
            <a:prstGeom prst="rect">
              <a:avLst/>
            </a:prstGeom>
            <a:noFill/>
          </p:spPr>
          <p:txBody>
            <a:bodyPr wrap="square" rtlCol="0">
              <a:spAutoFit/>
            </a:bodyPr>
            <a:lstStyle/>
            <a:p>
              <a:r>
                <a:rPr lang="en-US" sz="1000" dirty="0"/>
                <a:t>h[1]</a:t>
              </a:r>
            </a:p>
          </p:txBody>
        </p:sp>
      </p:grpSp>
      <p:grpSp>
        <p:nvGrpSpPr>
          <p:cNvPr id="35" name="Group 34">
            <a:extLst>
              <a:ext uri="{FF2B5EF4-FFF2-40B4-BE49-F238E27FC236}">
                <a16:creationId xmlns:a16="http://schemas.microsoft.com/office/drawing/2014/main" id="{9A30BD25-935A-DC80-2B18-51B7967F1C35}"/>
              </a:ext>
            </a:extLst>
          </p:cNvPr>
          <p:cNvGrpSpPr/>
          <p:nvPr/>
        </p:nvGrpSpPr>
        <p:grpSpPr>
          <a:xfrm>
            <a:off x="674913" y="4063973"/>
            <a:ext cx="653143" cy="482610"/>
            <a:chOff x="685799" y="1273461"/>
            <a:chExt cx="653143" cy="482610"/>
          </a:xfrm>
        </p:grpSpPr>
        <p:sp>
          <p:nvSpPr>
            <p:cNvPr id="36" name="Oval 35">
              <a:extLst>
                <a:ext uri="{FF2B5EF4-FFF2-40B4-BE49-F238E27FC236}">
                  <a16:creationId xmlns:a16="http://schemas.microsoft.com/office/drawing/2014/main" id="{7D91185B-D989-5278-BBDE-DB8E49774654}"/>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7" name="TextBox 36">
              <a:extLst>
                <a:ext uri="{FF2B5EF4-FFF2-40B4-BE49-F238E27FC236}">
                  <a16:creationId xmlns:a16="http://schemas.microsoft.com/office/drawing/2014/main" id="{180398DA-D18A-46A5-A2D7-206F5AD19510}"/>
                </a:ext>
              </a:extLst>
            </p:cNvPr>
            <p:cNvSpPr txBox="1"/>
            <p:nvPr/>
          </p:nvSpPr>
          <p:spPr>
            <a:xfrm>
              <a:off x="685799" y="1387762"/>
              <a:ext cx="653143" cy="246221"/>
            </a:xfrm>
            <a:prstGeom prst="rect">
              <a:avLst/>
            </a:prstGeom>
            <a:noFill/>
          </p:spPr>
          <p:txBody>
            <a:bodyPr wrap="square" rtlCol="0">
              <a:spAutoFit/>
            </a:bodyPr>
            <a:lstStyle/>
            <a:p>
              <a:r>
                <a:rPr lang="en-US" sz="1000" dirty="0"/>
                <a:t>h[2]</a:t>
              </a:r>
            </a:p>
          </p:txBody>
        </p:sp>
      </p:grpSp>
      <p:grpSp>
        <p:nvGrpSpPr>
          <p:cNvPr id="38" name="Group 37">
            <a:extLst>
              <a:ext uri="{FF2B5EF4-FFF2-40B4-BE49-F238E27FC236}">
                <a16:creationId xmlns:a16="http://schemas.microsoft.com/office/drawing/2014/main" id="{727BA237-DC2A-25BC-BC4A-1E58D540CF0F}"/>
              </a:ext>
            </a:extLst>
          </p:cNvPr>
          <p:cNvGrpSpPr/>
          <p:nvPr/>
        </p:nvGrpSpPr>
        <p:grpSpPr>
          <a:xfrm>
            <a:off x="682395" y="5816940"/>
            <a:ext cx="653143" cy="482610"/>
            <a:chOff x="685799" y="1273461"/>
            <a:chExt cx="653143" cy="482610"/>
          </a:xfrm>
        </p:grpSpPr>
        <p:sp>
          <p:nvSpPr>
            <p:cNvPr id="39" name="Oval 38">
              <a:extLst>
                <a:ext uri="{FF2B5EF4-FFF2-40B4-BE49-F238E27FC236}">
                  <a16:creationId xmlns:a16="http://schemas.microsoft.com/office/drawing/2014/main" id="{C1C2A6F7-2F68-08C0-17ED-5AF2C5C0385E}"/>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46" name="TextBox 45">
              <a:extLst>
                <a:ext uri="{FF2B5EF4-FFF2-40B4-BE49-F238E27FC236}">
                  <a16:creationId xmlns:a16="http://schemas.microsoft.com/office/drawing/2014/main" id="{EB72105F-ADC9-D4AF-505D-F13FE5646EC9}"/>
                </a:ext>
              </a:extLst>
            </p:cNvPr>
            <p:cNvSpPr txBox="1"/>
            <p:nvPr/>
          </p:nvSpPr>
          <p:spPr>
            <a:xfrm>
              <a:off x="685799" y="1387762"/>
              <a:ext cx="653143" cy="246221"/>
            </a:xfrm>
            <a:prstGeom prst="rect">
              <a:avLst/>
            </a:prstGeom>
            <a:noFill/>
          </p:spPr>
          <p:txBody>
            <a:bodyPr wrap="square" rtlCol="0">
              <a:spAutoFit/>
            </a:bodyPr>
            <a:lstStyle/>
            <a:p>
              <a:r>
                <a:rPr lang="en-US" sz="1000" dirty="0"/>
                <a:t>h[19]</a:t>
              </a:r>
            </a:p>
          </p:txBody>
        </p:sp>
      </p:grpSp>
      <p:grpSp>
        <p:nvGrpSpPr>
          <p:cNvPr id="49" name="Group 48">
            <a:extLst>
              <a:ext uri="{FF2B5EF4-FFF2-40B4-BE49-F238E27FC236}">
                <a16:creationId xmlns:a16="http://schemas.microsoft.com/office/drawing/2014/main" id="{418453B0-A63E-CE78-F814-1FC8527BCE39}"/>
              </a:ext>
            </a:extLst>
          </p:cNvPr>
          <p:cNvGrpSpPr/>
          <p:nvPr/>
        </p:nvGrpSpPr>
        <p:grpSpPr>
          <a:xfrm>
            <a:off x="3340972" y="2861101"/>
            <a:ext cx="653143" cy="482610"/>
            <a:chOff x="685799" y="1273461"/>
            <a:chExt cx="653143" cy="482610"/>
          </a:xfrm>
        </p:grpSpPr>
        <p:sp>
          <p:nvSpPr>
            <p:cNvPr id="52" name="Oval 51">
              <a:extLst>
                <a:ext uri="{FF2B5EF4-FFF2-40B4-BE49-F238E27FC236}">
                  <a16:creationId xmlns:a16="http://schemas.microsoft.com/office/drawing/2014/main" id="{38DA0B89-626C-279F-E5DF-B005493580E0}"/>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55" name="TextBox 54">
              <a:extLst>
                <a:ext uri="{FF2B5EF4-FFF2-40B4-BE49-F238E27FC236}">
                  <a16:creationId xmlns:a16="http://schemas.microsoft.com/office/drawing/2014/main" id="{C6E98055-F860-B06A-14FE-F211E5F584E9}"/>
                </a:ext>
              </a:extLst>
            </p:cNvPr>
            <p:cNvSpPr txBox="1"/>
            <p:nvPr/>
          </p:nvSpPr>
          <p:spPr>
            <a:xfrm>
              <a:off x="685799" y="1387762"/>
              <a:ext cx="653143" cy="246221"/>
            </a:xfrm>
            <a:prstGeom prst="rect">
              <a:avLst/>
            </a:prstGeom>
            <a:noFill/>
          </p:spPr>
          <p:txBody>
            <a:bodyPr wrap="square" rtlCol="0">
              <a:spAutoFit/>
            </a:bodyPr>
            <a:lstStyle/>
            <a:p>
              <a:r>
                <a:rPr lang="en-US" sz="1000" dirty="0"/>
                <a:t>  o[0]</a:t>
              </a:r>
            </a:p>
          </p:txBody>
        </p:sp>
      </p:grpSp>
      <p:grpSp>
        <p:nvGrpSpPr>
          <p:cNvPr id="56" name="Group 55">
            <a:extLst>
              <a:ext uri="{FF2B5EF4-FFF2-40B4-BE49-F238E27FC236}">
                <a16:creationId xmlns:a16="http://schemas.microsoft.com/office/drawing/2014/main" id="{689F77B9-82B4-8C5B-EDC8-29923DEC8EEA}"/>
              </a:ext>
            </a:extLst>
          </p:cNvPr>
          <p:cNvGrpSpPr/>
          <p:nvPr/>
        </p:nvGrpSpPr>
        <p:grpSpPr>
          <a:xfrm>
            <a:off x="3338249" y="3462537"/>
            <a:ext cx="653143" cy="482610"/>
            <a:chOff x="685799" y="1273461"/>
            <a:chExt cx="653143" cy="482610"/>
          </a:xfrm>
        </p:grpSpPr>
        <p:sp>
          <p:nvSpPr>
            <p:cNvPr id="57" name="Oval 56">
              <a:extLst>
                <a:ext uri="{FF2B5EF4-FFF2-40B4-BE49-F238E27FC236}">
                  <a16:creationId xmlns:a16="http://schemas.microsoft.com/office/drawing/2014/main" id="{2471ABFE-50CB-A0DB-2042-338506A0D3E6}"/>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58" name="TextBox 57">
              <a:extLst>
                <a:ext uri="{FF2B5EF4-FFF2-40B4-BE49-F238E27FC236}">
                  <a16:creationId xmlns:a16="http://schemas.microsoft.com/office/drawing/2014/main" id="{C3585346-F0F7-0523-34B1-7791A8621508}"/>
                </a:ext>
              </a:extLst>
            </p:cNvPr>
            <p:cNvSpPr txBox="1"/>
            <p:nvPr/>
          </p:nvSpPr>
          <p:spPr>
            <a:xfrm>
              <a:off x="685799" y="1387762"/>
              <a:ext cx="653143" cy="246221"/>
            </a:xfrm>
            <a:prstGeom prst="rect">
              <a:avLst/>
            </a:prstGeom>
            <a:noFill/>
          </p:spPr>
          <p:txBody>
            <a:bodyPr wrap="square" rtlCol="0">
              <a:spAutoFit/>
            </a:bodyPr>
            <a:lstStyle/>
            <a:p>
              <a:r>
                <a:rPr lang="en-US" sz="1000" dirty="0"/>
                <a:t>   o[1]</a:t>
              </a:r>
            </a:p>
          </p:txBody>
        </p:sp>
      </p:grpSp>
      <p:grpSp>
        <p:nvGrpSpPr>
          <p:cNvPr id="60" name="Group 59">
            <a:extLst>
              <a:ext uri="{FF2B5EF4-FFF2-40B4-BE49-F238E27FC236}">
                <a16:creationId xmlns:a16="http://schemas.microsoft.com/office/drawing/2014/main" id="{D9CC0FE6-8F28-D0CC-BE70-D4C80E6F3708}"/>
              </a:ext>
            </a:extLst>
          </p:cNvPr>
          <p:cNvGrpSpPr/>
          <p:nvPr/>
        </p:nvGrpSpPr>
        <p:grpSpPr>
          <a:xfrm>
            <a:off x="3338249" y="4063973"/>
            <a:ext cx="653143" cy="482610"/>
            <a:chOff x="685799" y="1273461"/>
            <a:chExt cx="653143" cy="482610"/>
          </a:xfrm>
        </p:grpSpPr>
        <p:sp>
          <p:nvSpPr>
            <p:cNvPr id="61" name="Oval 60">
              <a:extLst>
                <a:ext uri="{FF2B5EF4-FFF2-40B4-BE49-F238E27FC236}">
                  <a16:creationId xmlns:a16="http://schemas.microsoft.com/office/drawing/2014/main" id="{5E086187-5421-293A-8EA7-61FA47109466}"/>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64" name="TextBox 63">
              <a:extLst>
                <a:ext uri="{FF2B5EF4-FFF2-40B4-BE49-F238E27FC236}">
                  <a16:creationId xmlns:a16="http://schemas.microsoft.com/office/drawing/2014/main" id="{1C1F8F07-B1C4-8A31-6F33-84AA0A67C499}"/>
                </a:ext>
              </a:extLst>
            </p:cNvPr>
            <p:cNvSpPr txBox="1"/>
            <p:nvPr/>
          </p:nvSpPr>
          <p:spPr>
            <a:xfrm>
              <a:off x="685799" y="1387762"/>
              <a:ext cx="653143" cy="246221"/>
            </a:xfrm>
            <a:prstGeom prst="rect">
              <a:avLst/>
            </a:prstGeom>
            <a:noFill/>
          </p:spPr>
          <p:txBody>
            <a:bodyPr wrap="square" rtlCol="0">
              <a:spAutoFit/>
            </a:bodyPr>
            <a:lstStyle/>
            <a:p>
              <a:r>
                <a:rPr lang="en-US" sz="1000" dirty="0"/>
                <a:t>  oh[2]</a:t>
              </a:r>
            </a:p>
          </p:txBody>
        </p:sp>
      </p:grpSp>
      <p:grpSp>
        <p:nvGrpSpPr>
          <p:cNvPr id="67" name="Group 66">
            <a:extLst>
              <a:ext uri="{FF2B5EF4-FFF2-40B4-BE49-F238E27FC236}">
                <a16:creationId xmlns:a16="http://schemas.microsoft.com/office/drawing/2014/main" id="{C2FBA039-F665-4ACA-D576-628AC6361C2F}"/>
              </a:ext>
            </a:extLst>
          </p:cNvPr>
          <p:cNvGrpSpPr/>
          <p:nvPr/>
        </p:nvGrpSpPr>
        <p:grpSpPr>
          <a:xfrm>
            <a:off x="3345731" y="5170823"/>
            <a:ext cx="653143" cy="482610"/>
            <a:chOff x="685799" y="1273461"/>
            <a:chExt cx="653143" cy="482610"/>
          </a:xfrm>
        </p:grpSpPr>
        <p:sp>
          <p:nvSpPr>
            <p:cNvPr id="70" name="Oval 69">
              <a:extLst>
                <a:ext uri="{FF2B5EF4-FFF2-40B4-BE49-F238E27FC236}">
                  <a16:creationId xmlns:a16="http://schemas.microsoft.com/office/drawing/2014/main" id="{93E744AB-DDD0-8ACB-A154-275F1C4A18F7}"/>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71" name="TextBox 70">
              <a:extLst>
                <a:ext uri="{FF2B5EF4-FFF2-40B4-BE49-F238E27FC236}">
                  <a16:creationId xmlns:a16="http://schemas.microsoft.com/office/drawing/2014/main" id="{DB2D8CEE-5841-A14F-5F17-0768E4A0CD21}"/>
                </a:ext>
              </a:extLst>
            </p:cNvPr>
            <p:cNvSpPr txBox="1"/>
            <p:nvPr/>
          </p:nvSpPr>
          <p:spPr>
            <a:xfrm>
              <a:off x="685799" y="1387762"/>
              <a:ext cx="653143" cy="246221"/>
            </a:xfrm>
            <a:prstGeom prst="rect">
              <a:avLst/>
            </a:prstGeom>
            <a:noFill/>
          </p:spPr>
          <p:txBody>
            <a:bodyPr wrap="square" rtlCol="0">
              <a:spAutoFit/>
            </a:bodyPr>
            <a:lstStyle/>
            <a:p>
              <a:r>
                <a:rPr lang="en-US" sz="1000" dirty="0"/>
                <a:t>  o[9]</a:t>
              </a:r>
            </a:p>
          </p:txBody>
        </p:sp>
      </p:grpSp>
      <p:cxnSp>
        <p:nvCxnSpPr>
          <p:cNvPr id="73" name="Straight Arrow Connector 72">
            <a:extLst>
              <a:ext uri="{FF2B5EF4-FFF2-40B4-BE49-F238E27FC236}">
                <a16:creationId xmlns:a16="http://schemas.microsoft.com/office/drawing/2014/main" id="{81367C23-6BC2-78D4-F379-D54FA9C3557E}"/>
              </a:ext>
            </a:extLst>
          </p:cNvPr>
          <p:cNvCxnSpPr>
            <a:stCxn id="28" idx="3"/>
            <a:endCxn id="55" idx="1"/>
          </p:cNvCxnSpPr>
          <p:nvPr/>
        </p:nvCxnSpPr>
        <p:spPr>
          <a:xfrm>
            <a:off x="1330779" y="3098513"/>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FF7CA91B-9138-F1B1-BECF-57E57F09D863}"/>
              </a:ext>
            </a:extLst>
          </p:cNvPr>
          <p:cNvCxnSpPr>
            <a:cxnSpLocks/>
            <a:stCxn id="34" idx="3"/>
            <a:endCxn id="55" idx="1"/>
          </p:cNvCxnSpPr>
          <p:nvPr/>
        </p:nvCxnSpPr>
        <p:spPr>
          <a:xfrm flipV="1">
            <a:off x="1328056" y="3098513"/>
            <a:ext cx="2012916"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2D741CC5-62D1-31E7-BA18-F2350F4C79E4}"/>
              </a:ext>
            </a:extLst>
          </p:cNvPr>
          <p:cNvCxnSpPr>
            <a:cxnSpLocks/>
            <a:stCxn id="37" idx="3"/>
            <a:endCxn id="55" idx="1"/>
          </p:cNvCxnSpPr>
          <p:nvPr/>
        </p:nvCxnSpPr>
        <p:spPr>
          <a:xfrm flipV="1">
            <a:off x="1328056" y="3098513"/>
            <a:ext cx="2012916" cy="1202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85DC3D63-4719-EDFE-C9D3-DE7C910B3DDE}"/>
              </a:ext>
            </a:extLst>
          </p:cNvPr>
          <p:cNvCxnSpPr>
            <a:cxnSpLocks/>
            <a:stCxn id="46" idx="3"/>
            <a:endCxn id="55" idx="1"/>
          </p:cNvCxnSpPr>
          <p:nvPr/>
        </p:nvCxnSpPr>
        <p:spPr>
          <a:xfrm flipV="1">
            <a:off x="1335538" y="3098513"/>
            <a:ext cx="2005434" cy="2955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3CBA3C22-D602-8399-8DD2-5991A2DC1421}"/>
              </a:ext>
            </a:extLst>
          </p:cNvPr>
          <p:cNvSpPr txBox="1"/>
          <p:nvPr/>
        </p:nvSpPr>
        <p:spPr>
          <a:xfrm>
            <a:off x="2025397" y="2879354"/>
            <a:ext cx="654346" cy="246221"/>
          </a:xfrm>
          <a:prstGeom prst="rect">
            <a:avLst/>
          </a:prstGeom>
          <a:noFill/>
        </p:spPr>
        <p:txBody>
          <a:bodyPr wrap="none" rtlCol="0">
            <a:spAutoFit/>
          </a:bodyPr>
          <a:lstStyle/>
          <a:p>
            <a:r>
              <a:rPr lang="en-US" sz="1000" dirty="0"/>
              <a:t>who[0,0]</a:t>
            </a:r>
          </a:p>
        </p:txBody>
      </p:sp>
      <p:sp>
        <p:nvSpPr>
          <p:cNvPr id="81" name="TextBox 80">
            <a:extLst>
              <a:ext uri="{FF2B5EF4-FFF2-40B4-BE49-F238E27FC236}">
                <a16:creationId xmlns:a16="http://schemas.microsoft.com/office/drawing/2014/main" id="{BAB035EE-0947-B389-0E7E-474AEC3D01C1}"/>
              </a:ext>
            </a:extLst>
          </p:cNvPr>
          <p:cNvSpPr txBox="1"/>
          <p:nvPr/>
        </p:nvSpPr>
        <p:spPr>
          <a:xfrm>
            <a:off x="2022679" y="3244025"/>
            <a:ext cx="654346" cy="246221"/>
          </a:xfrm>
          <a:prstGeom prst="rect">
            <a:avLst/>
          </a:prstGeom>
          <a:noFill/>
        </p:spPr>
        <p:txBody>
          <a:bodyPr wrap="none" rtlCol="0">
            <a:spAutoFit/>
          </a:bodyPr>
          <a:lstStyle/>
          <a:p>
            <a:r>
              <a:rPr lang="en-US" sz="1000" dirty="0"/>
              <a:t>who[0,1]</a:t>
            </a:r>
          </a:p>
        </p:txBody>
      </p:sp>
      <p:sp>
        <p:nvSpPr>
          <p:cNvPr id="82" name="TextBox 81">
            <a:extLst>
              <a:ext uri="{FF2B5EF4-FFF2-40B4-BE49-F238E27FC236}">
                <a16:creationId xmlns:a16="http://schemas.microsoft.com/office/drawing/2014/main" id="{03B7B93F-B424-E77E-1FAF-8061815A8717}"/>
              </a:ext>
            </a:extLst>
          </p:cNvPr>
          <p:cNvSpPr txBox="1"/>
          <p:nvPr/>
        </p:nvSpPr>
        <p:spPr>
          <a:xfrm>
            <a:off x="2006349" y="3578759"/>
            <a:ext cx="654346" cy="246221"/>
          </a:xfrm>
          <a:prstGeom prst="rect">
            <a:avLst/>
          </a:prstGeom>
          <a:noFill/>
        </p:spPr>
        <p:txBody>
          <a:bodyPr wrap="none" rtlCol="0">
            <a:spAutoFit/>
          </a:bodyPr>
          <a:lstStyle/>
          <a:p>
            <a:r>
              <a:rPr lang="en-US" sz="1000" dirty="0"/>
              <a:t>who[0,2]</a:t>
            </a:r>
          </a:p>
        </p:txBody>
      </p:sp>
      <p:sp>
        <p:nvSpPr>
          <p:cNvPr id="83" name="TextBox 82">
            <a:extLst>
              <a:ext uri="{FF2B5EF4-FFF2-40B4-BE49-F238E27FC236}">
                <a16:creationId xmlns:a16="http://schemas.microsoft.com/office/drawing/2014/main" id="{C767EED2-5C5E-1D1E-50A6-484FAF51CCE6}"/>
              </a:ext>
            </a:extLst>
          </p:cNvPr>
          <p:cNvSpPr txBox="1"/>
          <p:nvPr/>
        </p:nvSpPr>
        <p:spPr>
          <a:xfrm>
            <a:off x="1624519" y="4979030"/>
            <a:ext cx="720069" cy="246221"/>
          </a:xfrm>
          <a:prstGeom prst="rect">
            <a:avLst/>
          </a:prstGeom>
          <a:noFill/>
        </p:spPr>
        <p:txBody>
          <a:bodyPr wrap="none" rtlCol="0">
            <a:spAutoFit/>
          </a:bodyPr>
          <a:lstStyle/>
          <a:p>
            <a:r>
              <a:rPr lang="en-US" sz="1000" dirty="0"/>
              <a:t>who[0,19]</a:t>
            </a:r>
          </a:p>
        </p:txBody>
      </p:sp>
      <p:cxnSp>
        <p:nvCxnSpPr>
          <p:cNvPr id="86" name="Straight Arrow Connector 85">
            <a:extLst>
              <a:ext uri="{FF2B5EF4-FFF2-40B4-BE49-F238E27FC236}">
                <a16:creationId xmlns:a16="http://schemas.microsoft.com/office/drawing/2014/main" id="{59642B20-A1FD-7686-7691-BE7E600DBF57}"/>
              </a:ext>
            </a:extLst>
          </p:cNvPr>
          <p:cNvCxnSpPr>
            <a:cxnSpLocks/>
            <a:stCxn id="37" idx="3"/>
            <a:endCxn id="58" idx="1"/>
          </p:cNvCxnSpPr>
          <p:nvPr/>
        </p:nvCxnSpPr>
        <p:spPr>
          <a:xfrm flipV="1">
            <a:off x="1328056" y="3699949"/>
            <a:ext cx="2010193"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60820E8A-3E0A-8377-1727-C7DA04A96F8B}"/>
              </a:ext>
            </a:extLst>
          </p:cNvPr>
          <p:cNvCxnSpPr>
            <a:cxnSpLocks/>
            <a:stCxn id="46" idx="3"/>
            <a:endCxn id="58" idx="1"/>
          </p:cNvCxnSpPr>
          <p:nvPr/>
        </p:nvCxnSpPr>
        <p:spPr>
          <a:xfrm flipV="1">
            <a:off x="1335538" y="3699949"/>
            <a:ext cx="2002711" cy="23544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09DC436F-DED5-3318-CC13-A310769CA4FA}"/>
              </a:ext>
            </a:extLst>
          </p:cNvPr>
          <p:cNvSpPr txBox="1"/>
          <p:nvPr/>
        </p:nvSpPr>
        <p:spPr>
          <a:xfrm>
            <a:off x="2030338" y="5567026"/>
            <a:ext cx="748923" cy="246221"/>
          </a:xfrm>
          <a:prstGeom prst="rect">
            <a:avLst/>
          </a:prstGeom>
          <a:noFill/>
        </p:spPr>
        <p:txBody>
          <a:bodyPr wrap="none" rtlCol="0">
            <a:spAutoFit/>
          </a:bodyPr>
          <a:lstStyle/>
          <a:p>
            <a:r>
              <a:rPr lang="en-US" sz="1000" dirty="0"/>
              <a:t>who[9, 19]</a:t>
            </a:r>
          </a:p>
        </p:txBody>
      </p:sp>
      <p:cxnSp>
        <p:nvCxnSpPr>
          <p:cNvPr id="90" name="Straight Arrow Connector 89">
            <a:extLst>
              <a:ext uri="{FF2B5EF4-FFF2-40B4-BE49-F238E27FC236}">
                <a16:creationId xmlns:a16="http://schemas.microsoft.com/office/drawing/2014/main" id="{56E57581-9FD3-411E-A9C7-70E7D6D5722E}"/>
              </a:ext>
            </a:extLst>
          </p:cNvPr>
          <p:cNvCxnSpPr>
            <a:cxnSpLocks/>
            <a:stCxn id="34" idx="3"/>
            <a:endCxn id="64" idx="1"/>
          </p:cNvCxnSpPr>
          <p:nvPr/>
        </p:nvCxnSpPr>
        <p:spPr>
          <a:xfrm>
            <a:off x="1328056" y="3699949"/>
            <a:ext cx="2010193"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C8FB4E3F-DEE0-3966-A614-D73981C126FE}"/>
              </a:ext>
            </a:extLst>
          </p:cNvPr>
          <p:cNvCxnSpPr>
            <a:cxnSpLocks/>
            <a:stCxn id="37" idx="3"/>
            <a:endCxn id="64" idx="1"/>
          </p:cNvCxnSpPr>
          <p:nvPr/>
        </p:nvCxnSpPr>
        <p:spPr>
          <a:xfrm>
            <a:off x="1328056" y="4301385"/>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D53764C4-3365-6C71-AA69-BA84597251FA}"/>
              </a:ext>
            </a:extLst>
          </p:cNvPr>
          <p:cNvCxnSpPr>
            <a:cxnSpLocks/>
            <a:stCxn id="46" idx="3"/>
            <a:endCxn id="64" idx="1"/>
          </p:cNvCxnSpPr>
          <p:nvPr/>
        </p:nvCxnSpPr>
        <p:spPr>
          <a:xfrm flipV="1">
            <a:off x="1335538" y="4301385"/>
            <a:ext cx="2002711" cy="17529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B02E1BC7-EC1D-3952-B778-FD18751BD622}"/>
              </a:ext>
            </a:extLst>
          </p:cNvPr>
          <p:cNvCxnSpPr>
            <a:cxnSpLocks/>
            <a:stCxn id="28" idx="3"/>
            <a:endCxn id="71" idx="1"/>
          </p:cNvCxnSpPr>
          <p:nvPr/>
        </p:nvCxnSpPr>
        <p:spPr>
          <a:xfrm>
            <a:off x="1330779" y="3098513"/>
            <a:ext cx="2014952" cy="2309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22D7A57E-65BA-A776-DE89-2092534CEA03}"/>
              </a:ext>
            </a:extLst>
          </p:cNvPr>
          <p:cNvCxnSpPr>
            <a:cxnSpLocks/>
            <a:stCxn id="34" idx="3"/>
            <a:endCxn id="71" idx="1"/>
          </p:cNvCxnSpPr>
          <p:nvPr/>
        </p:nvCxnSpPr>
        <p:spPr>
          <a:xfrm>
            <a:off x="1328056" y="3699949"/>
            <a:ext cx="2017675" cy="1708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D771D02E-3235-2D6E-FC99-66088D2ECD66}"/>
              </a:ext>
            </a:extLst>
          </p:cNvPr>
          <p:cNvCxnSpPr>
            <a:cxnSpLocks/>
            <a:stCxn id="37" idx="3"/>
            <a:endCxn id="71" idx="1"/>
          </p:cNvCxnSpPr>
          <p:nvPr/>
        </p:nvCxnSpPr>
        <p:spPr>
          <a:xfrm>
            <a:off x="1328056" y="4301385"/>
            <a:ext cx="2017675" cy="1106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Oval 99">
            <a:extLst>
              <a:ext uri="{FF2B5EF4-FFF2-40B4-BE49-F238E27FC236}">
                <a16:creationId xmlns:a16="http://schemas.microsoft.com/office/drawing/2014/main" id="{C5CEF918-71D7-BA4C-5957-B2A04BBD58D7}"/>
              </a:ext>
            </a:extLst>
          </p:cNvPr>
          <p:cNvSpPr/>
          <p:nvPr/>
        </p:nvSpPr>
        <p:spPr>
          <a:xfrm>
            <a:off x="742817" y="1976002"/>
            <a:ext cx="489437" cy="482610"/>
          </a:xfrm>
          <a:prstGeom prst="ellipse">
            <a:avLst/>
          </a:prstGeom>
          <a:solidFill>
            <a:schemeClr val="accent4">
              <a:lumMod val="20000"/>
              <a:lumOff val="8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cxnSp>
        <p:nvCxnSpPr>
          <p:cNvPr id="102" name="Straight Arrow Connector 101">
            <a:extLst>
              <a:ext uri="{FF2B5EF4-FFF2-40B4-BE49-F238E27FC236}">
                <a16:creationId xmlns:a16="http://schemas.microsoft.com/office/drawing/2014/main" id="{D5C4D5D9-6E26-E862-5217-103C9B748578}"/>
              </a:ext>
            </a:extLst>
          </p:cNvPr>
          <p:cNvCxnSpPr>
            <a:cxnSpLocks/>
            <a:stCxn id="109" idx="3"/>
            <a:endCxn id="55" idx="1"/>
          </p:cNvCxnSpPr>
          <p:nvPr/>
        </p:nvCxnSpPr>
        <p:spPr>
          <a:xfrm>
            <a:off x="1362479" y="2235310"/>
            <a:ext cx="1978493" cy="863203"/>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54537A31-E785-AD5E-9A70-666C5B276BB9}"/>
              </a:ext>
            </a:extLst>
          </p:cNvPr>
          <p:cNvSpPr txBox="1"/>
          <p:nvPr/>
        </p:nvSpPr>
        <p:spPr>
          <a:xfrm rot="1267240">
            <a:off x="1671073" y="2143729"/>
            <a:ext cx="532518" cy="246221"/>
          </a:xfrm>
          <a:prstGeom prst="rect">
            <a:avLst/>
          </a:prstGeom>
          <a:noFill/>
        </p:spPr>
        <p:txBody>
          <a:bodyPr wrap="none" rtlCol="0">
            <a:spAutoFit/>
          </a:bodyPr>
          <a:lstStyle/>
          <a:p>
            <a:r>
              <a:rPr lang="en-US" sz="1000" dirty="0" err="1"/>
              <a:t>bho</a:t>
            </a:r>
            <a:r>
              <a:rPr lang="en-US" sz="1000" dirty="0"/>
              <a:t>[0]</a:t>
            </a:r>
          </a:p>
        </p:txBody>
      </p:sp>
      <p:sp>
        <p:nvSpPr>
          <p:cNvPr id="105" name="TextBox 104">
            <a:extLst>
              <a:ext uri="{FF2B5EF4-FFF2-40B4-BE49-F238E27FC236}">
                <a16:creationId xmlns:a16="http://schemas.microsoft.com/office/drawing/2014/main" id="{B8B699D2-A8B1-5494-D58D-609D1DC8D4D4}"/>
              </a:ext>
            </a:extLst>
          </p:cNvPr>
          <p:cNvSpPr txBox="1"/>
          <p:nvPr/>
        </p:nvSpPr>
        <p:spPr>
          <a:xfrm rot="1267240">
            <a:off x="1586081" y="2357679"/>
            <a:ext cx="532518" cy="246221"/>
          </a:xfrm>
          <a:prstGeom prst="rect">
            <a:avLst/>
          </a:prstGeom>
          <a:noFill/>
        </p:spPr>
        <p:txBody>
          <a:bodyPr wrap="none" rtlCol="0">
            <a:spAutoFit/>
          </a:bodyPr>
          <a:lstStyle/>
          <a:p>
            <a:r>
              <a:rPr lang="en-US" sz="1000" dirty="0" err="1"/>
              <a:t>bho</a:t>
            </a:r>
            <a:r>
              <a:rPr lang="en-US" sz="1000" dirty="0"/>
              <a:t>[1]</a:t>
            </a:r>
          </a:p>
        </p:txBody>
      </p:sp>
      <p:sp>
        <p:nvSpPr>
          <p:cNvPr id="106" name="TextBox 105">
            <a:extLst>
              <a:ext uri="{FF2B5EF4-FFF2-40B4-BE49-F238E27FC236}">
                <a16:creationId xmlns:a16="http://schemas.microsoft.com/office/drawing/2014/main" id="{2C902B4D-852E-068A-6EF0-41F005D41618}"/>
              </a:ext>
            </a:extLst>
          </p:cNvPr>
          <p:cNvSpPr txBox="1"/>
          <p:nvPr/>
        </p:nvSpPr>
        <p:spPr>
          <a:xfrm rot="3730976">
            <a:off x="1396434" y="2680604"/>
            <a:ext cx="532518" cy="246221"/>
          </a:xfrm>
          <a:prstGeom prst="rect">
            <a:avLst/>
          </a:prstGeom>
          <a:noFill/>
        </p:spPr>
        <p:txBody>
          <a:bodyPr wrap="none" rtlCol="0">
            <a:spAutoFit/>
          </a:bodyPr>
          <a:lstStyle/>
          <a:p>
            <a:r>
              <a:rPr lang="en-US" sz="1000" dirty="0" err="1"/>
              <a:t>bho</a:t>
            </a:r>
            <a:r>
              <a:rPr lang="en-US" sz="1000" dirty="0"/>
              <a:t>[9]</a:t>
            </a:r>
          </a:p>
        </p:txBody>
      </p:sp>
      <p:sp>
        <p:nvSpPr>
          <p:cNvPr id="108" name="TextBox 107">
            <a:extLst>
              <a:ext uri="{FF2B5EF4-FFF2-40B4-BE49-F238E27FC236}">
                <a16:creationId xmlns:a16="http://schemas.microsoft.com/office/drawing/2014/main" id="{12FE7054-034E-365C-4F2B-35803F1A9D4C}"/>
              </a:ext>
            </a:extLst>
          </p:cNvPr>
          <p:cNvSpPr txBox="1"/>
          <p:nvPr/>
        </p:nvSpPr>
        <p:spPr>
          <a:xfrm rot="2624062">
            <a:off x="1644699" y="2644900"/>
            <a:ext cx="532518" cy="246221"/>
          </a:xfrm>
          <a:prstGeom prst="rect">
            <a:avLst/>
          </a:prstGeom>
          <a:noFill/>
        </p:spPr>
        <p:txBody>
          <a:bodyPr wrap="none" rtlCol="0">
            <a:spAutoFit/>
          </a:bodyPr>
          <a:lstStyle/>
          <a:p>
            <a:r>
              <a:rPr lang="en-US" sz="1000" dirty="0" err="1"/>
              <a:t>bho</a:t>
            </a:r>
            <a:r>
              <a:rPr lang="en-US" sz="1000" dirty="0"/>
              <a:t>[2]</a:t>
            </a:r>
          </a:p>
        </p:txBody>
      </p:sp>
      <p:sp>
        <p:nvSpPr>
          <p:cNvPr id="109" name="TextBox 108">
            <a:extLst>
              <a:ext uri="{FF2B5EF4-FFF2-40B4-BE49-F238E27FC236}">
                <a16:creationId xmlns:a16="http://schemas.microsoft.com/office/drawing/2014/main" id="{65D0E739-F01E-ECC8-B956-AAC57AD1F097}"/>
              </a:ext>
            </a:extLst>
          </p:cNvPr>
          <p:cNvSpPr txBox="1"/>
          <p:nvPr/>
        </p:nvSpPr>
        <p:spPr>
          <a:xfrm>
            <a:off x="709336" y="2112199"/>
            <a:ext cx="653143" cy="246221"/>
          </a:xfrm>
          <a:prstGeom prst="rect">
            <a:avLst/>
          </a:prstGeom>
          <a:noFill/>
        </p:spPr>
        <p:txBody>
          <a:bodyPr wrap="square" rtlCol="0">
            <a:spAutoFit/>
          </a:bodyPr>
          <a:lstStyle/>
          <a:p>
            <a:r>
              <a:rPr lang="en-US" sz="1000" dirty="0"/>
              <a:t>bias = 1</a:t>
            </a:r>
          </a:p>
        </p:txBody>
      </p:sp>
      <p:cxnSp>
        <p:nvCxnSpPr>
          <p:cNvPr id="111" name="Straight Arrow Connector 110">
            <a:extLst>
              <a:ext uri="{FF2B5EF4-FFF2-40B4-BE49-F238E27FC236}">
                <a16:creationId xmlns:a16="http://schemas.microsoft.com/office/drawing/2014/main" id="{C968AE07-FB53-DB51-72EB-FD81B508EEC1}"/>
              </a:ext>
            </a:extLst>
          </p:cNvPr>
          <p:cNvCxnSpPr>
            <a:cxnSpLocks/>
            <a:stCxn id="109" idx="3"/>
            <a:endCxn id="58" idx="1"/>
          </p:cNvCxnSpPr>
          <p:nvPr/>
        </p:nvCxnSpPr>
        <p:spPr>
          <a:xfrm>
            <a:off x="1362479" y="2235310"/>
            <a:ext cx="1975770" cy="1464639"/>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Freeform: Shape 1">
            <a:extLst>
              <a:ext uri="{FF2B5EF4-FFF2-40B4-BE49-F238E27FC236}">
                <a16:creationId xmlns:a16="http://schemas.microsoft.com/office/drawing/2014/main" id="{60D97264-DC64-79B0-DFF4-DBAFA98A50D7}"/>
              </a:ext>
            </a:extLst>
          </p:cNvPr>
          <p:cNvSpPr/>
          <p:nvPr/>
        </p:nvSpPr>
        <p:spPr>
          <a:xfrm>
            <a:off x="963386" y="1616617"/>
            <a:ext cx="3600450" cy="532111"/>
          </a:xfrm>
          <a:custGeom>
            <a:avLst/>
            <a:gdLst>
              <a:gd name="connsiteX0" fmla="*/ 0 w 3600450"/>
              <a:gd name="connsiteY0" fmla="*/ 345970 h 717605"/>
              <a:gd name="connsiteX1" fmla="*/ 269421 w 3600450"/>
              <a:gd name="connsiteY1" fmla="*/ 133698 h 717605"/>
              <a:gd name="connsiteX2" fmla="*/ 889907 w 3600450"/>
              <a:gd name="connsiteY2" fmla="*/ 3070 h 717605"/>
              <a:gd name="connsiteX3" fmla="*/ 1861457 w 3600450"/>
              <a:gd name="connsiteY3" fmla="*/ 76548 h 717605"/>
              <a:gd name="connsiteX4" fmla="*/ 2759528 w 3600450"/>
              <a:gd name="connsiteY4" fmla="*/ 443941 h 717605"/>
              <a:gd name="connsiteX5" fmla="*/ 3110593 w 3600450"/>
              <a:gd name="connsiteY5" fmla="*/ 680706 h 717605"/>
              <a:gd name="connsiteX6" fmla="*/ 3600450 w 3600450"/>
              <a:gd name="connsiteY6" fmla="*/ 713363 h 71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450" h="717605">
                <a:moveTo>
                  <a:pt x="0" y="345970"/>
                </a:moveTo>
                <a:cubicBezTo>
                  <a:pt x="60551" y="268409"/>
                  <a:pt x="121103" y="190848"/>
                  <a:pt x="269421" y="133698"/>
                </a:cubicBezTo>
                <a:cubicBezTo>
                  <a:pt x="417739" y="76548"/>
                  <a:pt x="624568" y="12595"/>
                  <a:pt x="889907" y="3070"/>
                </a:cubicBezTo>
                <a:cubicBezTo>
                  <a:pt x="1155246" y="-6455"/>
                  <a:pt x="1549853" y="3069"/>
                  <a:pt x="1861457" y="76548"/>
                </a:cubicBezTo>
                <a:cubicBezTo>
                  <a:pt x="2173061" y="150027"/>
                  <a:pt x="2551339" y="343248"/>
                  <a:pt x="2759528" y="443941"/>
                </a:cubicBezTo>
                <a:cubicBezTo>
                  <a:pt x="2967717" y="544634"/>
                  <a:pt x="2970439" y="635802"/>
                  <a:pt x="3110593" y="680706"/>
                </a:cubicBezTo>
                <a:cubicBezTo>
                  <a:pt x="3250747" y="725610"/>
                  <a:pt x="3425598" y="719486"/>
                  <a:pt x="3600450" y="713363"/>
                </a:cubicBezTo>
              </a:path>
            </a:pathLst>
          </a:custGeom>
          <a:noFill/>
          <a:ln>
            <a:solidFill>
              <a:srgbClr val="FFC000"/>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61F4562-0D0E-25B7-2FA6-EE9B1D60C1DE}"/>
              </a:ext>
            </a:extLst>
          </p:cNvPr>
          <p:cNvSpPr/>
          <p:nvPr/>
        </p:nvSpPr>
        <p:spPr>
          <a:xfrm>
            <a:off x="589096" y="1918109"/>
            <a:ext cx="823549" cy="4497931"/>
          </a:xfrm>
          <a:prstGeom prst="rect">
            <a:avLst/>
          </a:prstGeom>
          <a:noFill/>
          <a:ln w="9525">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A554B1F-8C67-7AE5-F08E-457E12E0AFF8}"/>
              </a:ext>
            </a:extLst>
          </p:cNvPr>
          <p:cNvSpPr/>
          <p:nvPr/>
        </p:nvSpPr>
        <p:spPr>
          <a:xfrm>
            <a:off x="3226525" y="2576914"/>
            <a:ext cx="787719" cy="3354327"/>
          </a:xfrm>
          <a:prstGeom prst="rect">
            <a:avLst/>
          </a:prstGeom>
          <a:noFill/>
          <a:ln w="9525">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B57ACCCB-C878-2B4B-750B-8BC138857A21}"/>
              </a:ext>
            </a:extLst>
          </p:cNvPr>
          <p:cNvSpPr/>
          <p:nvPr/>
        </p:nvSpPr>
        <p:spPr>
          <a:xfrm>
            <a:off x="3596640" y="2169760"/>
            <a:ext cx="975360" cy="274217"/>
          </a:xfrm>
          <a:custGeom>
            <a:avLst/>
            <a:gdLst>
              <a:gd name="connsiteX0" fmla="*/ 0 w 975360"/>
              <a:gd name="connsiteY0" fmla="*/ 229043 h 257480"/>
              <a:gd name="connsiteX1" fmla="*/ 45720 w 975360"/>
              <a:gd name="connsiteY1" fmla="*/ 107123 h 257480"/>
              <a:gd name="connsiteX2" fmla="*/ 175260 w 975360"/>
              <a:gd name="connsiteY2" fmla="*/ 8063 h 257480"/>
              <a:gd name="connsiteX3" fmla="*/ 426720 w 975360"/>
              <a:gd name="connsiteY3" fmla="*/ 30923 h 257480"/>
              <a:gd name="connsiteX4" fmla="*/ 716280 w 975360"/>
              <a:gd name="connsiteY4" fmla="*/ 229043 h 257480"/>
              <a:gd name="connsiteX5" fmla="*/ 975360 w 975360"/>
              <a:gd name="connsiteY5" fmla="*/ 251903 h 2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5360" h="257480">
                <a:moveTo>
                  <a:pt x="0" y="229043"/>
                </a:moveTo>
                <a:cubicBezTo>
                  <a:pt x="8255" y="186498"/>
                  <a:pt x="16510" y="143953"/>
                  <a:pt x="45720" y="107123"/>
                </a:cubicBezTo>
                <a:cubicBezTo>
                  <a:pt x="74930" y="70293"/>
                  <a:pt x="111760" y="20763"/>
                  <a:pt x="175260" y="8063"/>
                </a:cubicBezTo>
                <a:cubicBezTo>
                  <a:pt x="238760" y="-4637"/>
                  <a:pt x="336550" y="-5907"/>
                  <a:pt x="426720" y="30923"/>
                </a:cubicBezTo>
                <a:cubicBezTo>
                  <a:pt x="516890" y="67753"/>
                  <a:pt x="624840" y="192213"/>
                  <a:pt x="716280" y="229043"/>
                </a:cubicBezTo>
                <a:cubicBezTo>
                  <a:pt x="807720" y="265873"/>
                  <a:pt x="891540" y="258888"/>
                  <a:pt x="975360" y="251903"/>
                </a:cubicBezTo>
              </a:path>
            </a:pathLst>
          </a:custGeom>
          <a:noFill/>
          <a:ln>
            <a:solidFill>
              <a:srgbClr val="FFC000"/>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48932C8-41C5-A321-FA2B-B0299053FCDC}"/>
              </a:ext>
            </a:extLst>
          </p:cNvPr>
          <p:cNvSpPr/>
          <p:nvPr/>
        </p:nvSpPr>
        <p:spPr>
          <a:xfrm>
            <a:off x="2008421" y="2755900"/>
            <a:ext cx="824724" cy="3175341"/>
          </a:xfrm>
          <a:prstGeom prst="rect">
            <a:avLst/>
          </a:prstGeom>
          <a:noFill/>
          <a:ln w="9525">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368059BE-6468-3586-1A78-D8210E0F9096}"/>
              </a:ext>
            </a:extLst>
          </p:cNvPr>
          <p:cNvSpPr/>
          <p:nvPr/>
        </p:nvSpPr>
        <p:spPr>
          <a:xfrm>
            <a:off x="2400300" y="2814596"/>
            <a:ext cx="2141220" cy="3558235"/>
          </a:xfrm>
          <a:custGeom>
            <a:avLst/>
            <a:gdLst>
              <a:gd name="connsiteX0" fmla="*/ 0 w 2141220"/>
              <a:gd name="connsiteY0" fmla="*/ 3296644 h 3558235"/>
              <a:gd name="connsiteX1" fmla="*/ 175260 w 2141220"/>
              <a:gd name="connsiteY1" fmla="*/ 3471904 h 3558235"/>
              <a:gd name="connsiteX2" fmla="*/ 685800 w 2141220"/>
              <a:gd name="connsiteY2" fmla="*/ 3555724 h 3558235"/>
              <a:gd name="connsiteX3" fmla="*/ 1295400 w 2141220"/>
              <a:gd name="connsiteY3" fmla="*/ 3517624 h 3558235"/>
              <a:gd name="connsiteX4" fmla="*/ 1752600 w 2141220"/>
              <a:gd name="connsiteY4" fmla="*/ 3334744 h 3558235"/>
              <a:gd name="connsiteX5" fmla="*/ 1905000 w 2141220"/>
              <a:gd name="connsiteY5" fmla="*/ 2976604 h 3558235"/>
              <a:gd name="connsiteX6" fmla="*/ 1935480 w 2141220"/>
              <a:gd name="connsiteY6" fmla="*/ 2641324 h 3558235"/>
              <a:gd name="connsiteX7" fmla="*/ 1950720 w 2141220"/>
              <a:gd name="connsiteY7" fmla="*/ 1795504 h 3558235"/>
              <a:gd name="connsiteX8" fmla="*/ 1950720 w 2141220"/>
              <a:gd name="connsiteY8" fmla="*/ 591544 h 3558235"/>
              <a:gd name="connsiteX9" fmla="*/ 1943100 w 2141220"/>
              <a:gd name="connsiteY9" fmla="*/ 317224 h 3558235"/>
              <a:gd name="connsiteX10" fmla="*/ 1981200 w 2141220"/>
              <a:gd name="connsiteY10" fmla="*/ 42904 h 3558235"/>
              <a:gd name="connsiteX11" fmla="*/ 2141220 w 2141220"/>
              <a:gd name="connsiteY11" fmla="*/ 4804 h 3558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1220" h="3558235">
                <a:moveTo>
                  <a:pt x="0" y="3296644"/>
                </a:moveTo>
                <a:cubicBezTo>
                  <a:pt x="30480" y="3362684"/>
                  <a:pt x="60960" y="3428724"/>
                  <a:pt x="175260" y="3471904"/>
                </a:cubicBezTo>
                <a:cubicBezTo>
                  <a:pt x="289560" y="3515084"/>
                  <a:pt x="499110" y="3548104"/>
                  <a:pt x="685800" y="3555724"/>
                </a:cubicBezTo>
                <a:cubicBezTo>
                  <a:pt x="872490" y="3563344"/>
                  <a:pt x="1117600" y="3554454"/>
                  <a:pt x="1295400" y="3517624"/>
                </a:cubicBezTo>
                <a:cubicBezTo>
                  <a:pt x="1473200" y="3480794"/>
                  <a:pt x="1651000" y="3424914"/>
                  <a:pt x="1752600" y="3334744"/>
                </a:cubicBezTo>
                <a:cubicBezTo>
                  <a:pt x="1854200" y="3244574"/>
                  <a:pt x="1874520" y="3092174"/>
                  <a:pt x="1905000" y="2976604"/>
                </a:cubicBezTo>
                <a:cubicBezTo>
                  <a:pt x="1935480" y="2861034"/>
                  <a:pt x="1927860" y="2838174"/>
                  <a:pt x="1935480" y="2641324"/>
                </a:cubicBezTo>
                <a:cubicBezTo>
                  <a:pt x="1943100" y="2444474"/>
                  <a:pt x="1948180" y="2137134"/>
                  <a:pt x="1950720" y="1795504"/>
                </a:cubicBezTo>
                <a:cubicBezTo>
                  <a:pt x="1953260" y="1453874"/>
                  <a:pt x="1951990" y="837924"/>
                  <a:pt x="1950720" y="591544"/>
                </a:cubicBezTo>
                <a:cubicBezTo>
                  <a:pt x="1949450" y="345164"/>
                  <a:pt x="1938020" y="408664"/>
                  <a:pt x="1943100" y="317224"/>
                </a:cubicBezTo>
                <a:cubicBezTo>
                  <a:pt x="1948180" y="225784"/>
                  <a:pt x="1948180" y="94974"/>
                  <a:pt x="1981200" y="42904"/>
                </a:cubicBezTo>
                <a:cubicBezTo>
                  <a:pt x="2014220" y="-9166"/>
                  <a:pt x="2077720" y="-2181"/>
                  <a:pt x="2141220" y="4804"/>
                </a:cubicBezTo>
              </a:path>
            </a:pathLst>
          </a:custGeom>
          <a:noFill/>
          <a:ln>
            <a:solidFill>
              <a:srgbClr val="FFC000"/>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0033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6E7DAFEA-1F6F-48E3-BB1D-F57715ECA072}"/>
              </a:ext>
            </a:extLst>
          </p:cNvPr>
          <p:cNvSpPr txBox="1">
            <a:spLocks/>
          </p:cNvSpPr>
          <p:nvPr/>
        </p:nvSpPr>
        <p:spPr>
          <a:xfrm>
            <a:off x="457198" y="1019452"/>
            <a:ext cx="10497313" cy="736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mbria" panose="02040503050406030204" pitchFamily="18" charset="0"/>
              <a:cs typeface="Calibri" panose="020F0502020204030204" pitchFamily="34" charset="0"/>
            </a:endParaRPr>
          </a:p>
        </p:txBody>
      </p:sp>
      <p:sp>
        <p:nvSpPr>
          <p:cNvPr id="116" name="TextBox 115">
            <a:extLst>
              <a:ext uri="{FF2B5EF4-FFF2-40B4-BE49-F238E27FC236}">
                <a16:creationId xmlns:a16="http://schemas.microsoft.com/office/drawing/2014/main" id="{62F9DDA2-C9A2-8F5D-6926-77778ACF8611}"/>
              </a:ext>
            </a:extLst>
          </p:cNvPr>
          <p:cNvSpPr txBox="1"/>
          <p:nvPr/>
        </p:nvSpPr>
        <p:spPr>
          <a:xfrm>
            <a:off x="525185" y="1027633"/>
            <a:ext cx="3117176" cy="463204"/>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sz="2200" dirty="0">
                <a:solidFill>
                  <a:srgbClr val="FF0000"/>
                </a:solidFill>
                <a:latin typeface="Times New Roman" panose="02020603050405020304" pitchFamily="18" charset="0"/>
                <a:cs typeface="Times New Roman" panose="02020603050405020304" pitchFamily="18" charset="0"/>
              </a:rPr>
              <a:t>Math and Programming</a:t>
            </a:r>
            <a:endParaRPr lang="en-US" sz="2400"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161BCF64-3CB8-038B-94A0-3FCCAAD566AD}"/>
                  </a:ext>
                </a:extLst>
              </p:cNvPr>
              <p:cNvSpPr txBox="1"/>
              <p:nvPr/>
            </p:nvSpPr>
            <p:spPr>
              <a:xfrm>
                <a:off x="4384678" y="1903381"/>
                <a:ext cx="7695953" cy="4493025"/>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The </a:t>
                </a:r>
                <a:r>
                  <a:rPr lang="en-US" sz="1800" dirty="0">
                    <a:solidFill>
                      <a:srgbClr val="404040"/>
                    </a:solidFill>
                    <a:latin typeface="Times New Roman" panose="02020603050405020304" pitchFamily="18" charset="0"/>
                    <a:cs typeface="Times New Roman" panose="02020603050405020304" pitchFamily="18" charset="0"/>
                  </a:rPr>
                  <a:t>Value of output neuron number k is mathematically defined as</a:t>
                </a:r>
              </a:p>
              <a:p>
                <a:pPr marR="0" lvl="0" algn="just" defTabSz="541338" rtl="0" eaLnBrk="1" fontAlgn="auto" latinLnBrk="0" hangingPunct="1">
                  <a:lnSpc>
                    <a:spcPct val="120000"/>
                  </a:lnSpc>
                  <a:spcBef>
                    <a:spcPts val="0"/>
                  </a:spcBef>
                  <a:spcAft>
                    <a:spcPts val="0"/>
                  </a:spcAft>
                  <a:buClrTx/>
                  <a:buSzTx/>
                  <a:tabLst/>
                  <a:defRPr/>
                </a:pPr>
                <a:endParaRPr lang="en-US" sz="1800" dirty="0">
                  <a:solidFill>
                    <a:srgbClr val="404040"/>
                  </a:solidFill>
                  <a:latin typeface="Times New Roman" panose="02020603050405020304" pitchFamily="18" charset="0"/>
                  <a:cs typeface="Times New Roman" panose="02020603050405020304" pitchFamily="18" charset="0"/>
                </a:endParaRPr>
              </a:p>
              <a:p>
                <a:pPr lvl="0" algn="just" defTabSz="541338">
                  <a:lnSpc>
                    <a:spcPct val="120000"/>
                  </a:lnSpc>
                  <a:defRPr/>
                </a:pPr>
                <a:r>
                  <a:rPr lang="en-US" sz="1800" dirty="0">
                    <a:solidFill>
                      <a:srgbClr val="40404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smtClean="0">
                            <a:solidFill>
                              <a:srgbClr val="404040"/>
                            </a:solidFill>
                            <a:latin typeface="Cambria Math" panose="02040503050406030204" pitchFamily="18" charset="0"/>
                          </a:rPr>
                        </m:ctrlPr>
                      </m:sSubPr>
                      <m:e>
                        <m:r>
                          <a:rPr lang="en-US" sz="1800" b="0" i="1" smtClean="0">
                            <a:solidFill>
                              <a:srgbClr val="404040"/>
                            </a:solidFill>
                            <a:latin typeface="Cambria Math" panose="02040503050406030204" pitchFamily="18" charset="0"/>
                          </a:rPr>
                          <m:t>𝑜</m:t>
                        </m:r>
                      </m:e>
                      <m:sub>
                        <m:r>
                          <a:rPr lang="en-US" sz="1800" b="0" i="1" smtClean="0">
                            <a:solidFill>
                              <a:srgbClr val="404040"/>
                            </a:solidFill>
                            <a:latin typeface="Cambria Math" panose="02040503050406030204" pitchFamily="18" charset="0"/>
                          </a:rPr>
                          <m:t>𝑘</m:t>
                        </m:r>
                      </m:sub>
                    </m:sSub>
                    <m:r>
                      <a:rPr lang="en-US" sz="1800" i="0" smtClean="0">
                        <a:solidFill>
                          <a:srgbClr val="404040"/>
                        </a:solidFill>
                        <a:latin typeface="Cambria Math" panose="02040503050406030204" pitchFamily="18" charset="0"/>
                      </a:rPr>
                      <m:t>=</m:t>
                    </m:r>
                    <m:r>
                      <a:rPr lang="en-US" sz="1800" i="1" smtClean="0">
                        <a:solidFill>
                          <a:srgbClr val="404040"/>
                        </a:solidFill>
                        <a:latin typeface="Cambria Math" panose="02040503050406030204" pitchFamily="18" charset="0"/>
                      </a:rPr>
                      <m:t>𝑏</m:t>
                    </m:r>
                    <m:r>
                      <a:rPr lang="en-US" sz="1800" b="0" i="1" smtClean="0">
                        <a:solidFill>
                          <a:srgbClr val="404040"/>
                        </a:solidFill>
                        <a:latin typeface="Cambria Math" panose="02040503050406030204" pitchFamily="18" charset="0"/>
                      </a:rPr>
                      <m:t>𝑖𝑎𝑠</m:t>
                    </m:r>
                    <m:r>
                      <a:rPr lang="en-US" sz="1800" b="0" i="1" smtClean="0">
                        <a:solidFill>
                          <a:srgbClr val="404040"/>
                        </a:solidFill>
                        <a:latin typeface="Cambria Math" panose="02040503050406030204" pitchFamily="18" charset="0"/>
                      </a:rPr>
                      <m:t>.</m:t>
                    </m:r>
                    <m:sSub>
                      <m:sSubPr>
                        <m:ctrlPr>
                          <a:rPr lang="en-US" sz="1800" i="1">
                            <a:solidFill>
                              <a:srgbClr val="404040"/>
                            </a:solidFill>
                            <a:latin typeface="Cambria Math" panose="02040503050406030204" pitchFamily="18" charset="0"/>
                          </a:rPr>
                        </m:ctrlPr>
                      </m:sSubPr>
                      <m:e>
                        <m:r>
                          <a:rPr lang="en-US" sz="1800" b="0" i="1" smtClean="0">
                            <a:solidFill>
                              <a:srgbClr val="404040"/>
                            </a:solidFill>
                            <a:latin typeface="Cambria Math" panose="02040503050406030204" pitchFamily="18" charset="0"/>
                          </a:rPr>
                          <m:t>𝑏h𝑜</m:t>
                        </m:r>
                      </m:e>
                      <m:sub>
                        <m:r>
                          <a:rPr lang="en-US" sz="1800" i="1">
                            <a:solidFill>
                              <a:srgbClr val="404040"/>
                            </a:solidFill>
                            <a:latin typeface="Cambria Math" panose="02040503050406030204" pitchFamily="18" charset="0"/>
                          </a:rPr>
                          <m:t>𝑘</m:t>
                        </m:r>
                      </m:sub>
                    </m:sSub>
                    <m:r>
                      <a:rPr lang="en-US" sz="1800" i="0" smtClean="0">
                        <a:solidFill>
                          <a:srgbClr val="404040"/>
                        </a:solidFill>
                        <a:latin typeface="Cambria Math" panose="02040503050406030204" pitchFamily="18" charset="0"/>
                      </a:rPr>
                      <m:t>+</m:t>
                    </m:r>
                    <m:nary>
                      <m:naryPr>
                        <m:chr m:val="∑"/>
                        <m:limLoc m:val="undOvr"/>
                        <m:grow m:val="on"/>
                        <m:ctrlPr>
                          <a:rPr lang="en-US" sz="1800" i="1" smtClean="0">
                            <a:solidFill>
                              <a:srgbClr val="404040"/>
                            </a:solidFill>
                            <a:latin typeface="Cambria Math" panose="02040503050406030204" pitchFamily="18" charset="0"/>
                          </a:rPr>
                        </m:ctrlPr>
                      </m:naryPr>
                      <m:sub>
                        <m:r>
                          <a:rPr lang="en-US" sz="1800" b="0" i="1" smtClean="0">
                            <a:solidFill>
                              <a:srgbClr val="404040"/>
                            </a:solidFill>
                            <a:latin typeface="Cambria Math" panose="02040503050406030204" pitchFamily="18" charset="0"/>
                          </a:rPr>
                          <m:t>𝑖</m:t>
                        </m:r>
                        <m:r>
                          <a:rPr lang="en-US" sz="1800" i="0" smtClean="0">
                            <a:solidFill>
                              <a:srgbClr val="404040"/>
                            </a:solidFill>
                            <a:latin typeface="Cambria Math" panose="02040503050406030204" pitchFamily="18" charset="0"/>
                          </a:rPr>
                          <m:t>=0</m:t>
                        </m:r>
                      </m:sub>
                      <m:sup>
                        <m:r>
                          <m:rPr>
                            <m:sty m:val="p"/>
                          </m:rPr>
                          <a:rPr lang="en-US" sz="1800" b="0" i="0" smtClean="0">
                            <a:solidFill>
                              <a:srgbClr val="404040"/>
                            </a:solidFill>
                            <a:latin typeface="Cambria Math" panose="02040503050406030204" pitchFamily="18" charset="0"/>
                          </a:rPr>
                          <m:t>i</m:t>
                        </m:r>
                        <m:r>
                          <a:rPr lang="en-US" sz="1800" i="0" smtClean="0">
                            <a:solidFill>
                              <a:srgbClr val="404040"/>
                            </a:solidFill>
                            <a:latin typeface="Cambria Math" panose="02040503050406030204" pitchFamily="18" charset="0"/>
                          </a:rPr>
                          <m:t>=</m:t>
                        </m:r>
                        <m:r>
                          <a:rPr lang="en-US" sz="1800" b="0" i="0" smtClean="0">
                            <a:solidFill>
                              <a:srgbClr val="404040"/>
                            </a:solidFill>
                            <a:latin typeface="Cambria Math" panose="02040503050406030204" pitchFamily="18" charset="0"/>
                          </a:rPr>
                          <m:t>19</m:t>
                        </m:r>
                      </m:sup>
                      <m:e>
                        <m:sSub>
                          <m:sSubPr>
                            <m:ctrlPr>
                              <a:rPr lang="en-US" sz="1800" i="1">
                                <a:solidFill>
                                  <a:srgbClr val="404040"/>
                                </a:solidFill>
                                <a:latin typeface="Cambria Math" panose="02040503050406030204" pitchFamily="18" charset="0"/>
                              </a:rPr>
                            </m:ctrlPr>
                          </m:sSubPr>
                          <m:e>
                            <m:r>
                              <a:rPr lang="en-US" sz="1800" b="0" i="1" smtClean="0">
                                <a:solidFill>
                                  <a:srgbClr val="404040"/>
                                </a:solidFill>
                                <a:latin typeface="Cambria Math" panose="02040503050406030204" pitchFamily="18" charset="0"/>
                              </a:rPr>
                              <m:t>h</m:t>
                            </m:r>
                          </m:e>
                          <m:sub>
                            <m:r>
                              <a:rPr lang="en-US" sz="1800" b="0" i="1" smtClean="0">
                                <a:solidFill>
                                  <a:srgbClr val="404040"/>
                                </a:solidFill>
                                <a:latin typeface="Cambria Math" panose="02040503050406030204" pitchFamily="18" charset="0"/>
                              </a:rPr>
                              <m:t>𝑖</m:t>
                            </m:r>
                          </m:sub>
                        </m:sSub>
                      </m:e>
                    </m:nary>
                    <m:r>
                      <a:rPr lang="en-US" sz="1800" i="0" smtClean="0">
                        <a:solidFill>
                          <a:srgbClr val="404040"/>
                        </a:solidFill>
                        <a:latin typeface="Cambria Math" panose="02040503050406030204" pitchFamily="18" charset="0"/>
                      </a:rPr>
                      <m:t>⋅</m:t>
                    </m:r>
                    <m:sSub>
                      <m:sSubPr>
                        <m:ctrlPr>
                          <a:rPr lang="en-US" sz="1800" i="1" smtClean="0">
                            <a:solidFill>
                              <a:srgbClr val="404040"/>
                            </a:solidFill>
                            <a:latin typeface="Cambria Math" panose="02040503050406030204" pitchFamily="18" charset="0"/>
                          </a:rPr>
                        </m:ctrlPr>
                      </m:sSubPr>
                      <m:e>
                        <m:r>
                          <a:rPr lang="en-US" sz="1800" b="0" i="1" smtClean="0">
                            <a:solidFill>
                              <a:srgbClr val="404040"/>
                            </a:solidFill>
                            <a:latin typeface="Cambria Math" panose="02040503050406030204" pitchFamily="18" charset="0"/>
                          </a:rPr>
                          <m:t>𝑤h𝑜</m:t>
                        </m:r>
                      </m:e>
                      <m:sub>
                        <m:d>
                          <m:dPr>
                            <m:begChr m:val="["/>
                            <m:endChr m:val="]"/>
                            <m:ctrlPr>
                              <a:rPr lang="en-US" sz="1800" b="0" i="1" smtClean="0">
                                <a:solidFill>
                                  <a:srgbClr val="404040"/>
                                </a:solidFill>
                                <a:latin typeface="Cambria Math" panose="02040503050406030204" pitchFamily="18" charset="0"/>
                              </a:rPr>
                            </m:ctrlPr>
                          </m:dPr>
                          <m:e>
                            <m:r>
                              <a:rPr lang="en-US" sz="1800" b="0" i="1" smtClean="0">
                                <a:solidFill>
                                  <a:srgbClr val="404040"/>
                                </a:solidFill>
                                <a:latin typeface="Cambria Math" panose="02040503050406030204" pitchFamily="18" charset="0"/>
                              </a:rPr>
                              <m:t>𝑖</m:t>
                            </m:r>
                            <m:r>
                              <a:rPr lang="en-US" sz="1800" b="0" i="1" smtClean="0">
                                <a:solidFill>
                                  <a:srgbClr val="404040"/>
                                </a:solidFill>
                                <a:latin typeface="Cambria Math" panose="02040503050406030204" pitchFamily="18" charset="0"/>
                              </a:rPr>
                              <m:t>,</m:t>
                            </m:r>
                            <m:r>
                              <a:rPr lang="en-US" sz="1800" b="0" i="1" smtClean="0">
                                <a:solidFill>
                                  <a:srgbClr val="404040"/>
                                </a:solidFill>
                                <a:latin typeface="Cambria Math" panose="02040503050406030204" pitchFamily="18" charset="0"/>
                              </a:rPr>
                              <m:t>𝑘</m:t>
                            </m:r>
                          </m:e>
                        </m:d>
                      </m:sub>
                    </m:sSub>
                    <m:r>
                      <a:rPr lang="en-US" sz="1800" b="0" i="1" smtClean="0">
                        <a:solidFill>
                          <a:srgbClr val="404040"/>
                        </a:solidFill>
                        <a:latin typeface="Cambria Math" panose="02040503050406030204" pitchFamily="18" charset="0"/>
                      </a:rPr>
                      <m:t>  </m:t>
                    </m:r>
                    <m:r>
                      <m:rPr>
                        <m:sty m:val="p"/>
                      </m:rPr>
                      <a:rPr lang="en-US" sz="1800" b="0" i="0" smtClean="0">
                        <a:solidFill>
                          <a:srgbClr val="404040"/>
                        </a:solidFill>
                        <a:latin typeface="Cambria Math" panose="02040503050406030204" pitchFamily="18" charset="0"/>
                      </a:rPr>
                      <m:t>where</m:t>
                    </m:r>
                    <m:r>
                      <a:rPr lang="en-US" sz="1800" b="0" i="0" smtClean="0">
                        <a:solidFill>
                          <a:srgbClr val="404040"/>
                        </a:solidFill>
                        <a:latin typeface="Cambria Math" panose="02040503050406030204" pitchFamily="18" charset="0"/>
                      </a:rPr>
                      <m:t> </m:t>
                    </m:r>
                    <m:r>
                      <m:rPr>
                        <m:sty m:val="p"/>
                      </m:rPr>
                      <a:rPr lang="en-US" sz="1800" b="0" i="0" smtClean="0">
                        <a:solidFill>
                          <a:srgbClr val="404040"/>
                        </a:solidFill>
                        <a:latin typeface="Cambria Math" panose="02040503050406030204" pitchFamily="18" charset="0"/>
                      </a:rPr>
                      <m:t>bias</m:t>
                    </m:r>
                    <m:r>
                      <a:rPr lang="en-US" sz="1800" b="0" i="0" smtClean="0">
                        <a:solidFill>
                          <a:srgbClr val="404040"/>
                        </a:solidFill>
                        <a:latin typeface="Cambria Math" panose="02040503050406030204" pitchFamily="18" charset="0"/>
                      </a:rPr>
                      <m:t> </m:t>
                    </m:r>
                    <m:r>
                      <m:rPr>
                        <m:sty m:val="p"/>
                      </m:rPr>
                      <a:rPr lang="en-US" sz="1800" b="0" i="0" smtClean="0">
                        <a:solidFill>
                          <a:srgbClr val="404040"/>
                        </a:solidFill>
                        <a:latin typeface="Cambria Math" panose="02040503050406030204" pitchFamily="18" charset="0"/>
                      </a:rPr>
                      <m:t>is</m:t>
                    </m:r>
                    <m:r>
                      <a:rPr lang="en-US" sz="1800" b="0" i="0" smtClean="0">
                        <a:solidFill>
                          <a:srgbClr val="404040"/>
                        </a:solidFill>
                        <a:latin typeface="Cambria Math" panose="02040503050406030204" pitchFamily="18" charset="0"/>
                      </a:rPr>
                      <m:t> </m:t>
                    </m:r>
                    <m:r>
                      <m:rPr>
                        <m:sty m:val="p"/>
                      </m:rPr>
                      <a:rPr lang="en-US" sz="1800" b="0" i="0" smtClean="0">
                        <a:solidFill>
                          <a:srgbClr val="404040"/>
                        </a:solidFill>
                        <a:latin typeface="Cambria Math" panose="02040503050406030204" pitchFamily="18" charset="0"/>
                      </a:rPr>
                      <m:t>set</m:t>
                    </m:r>
                    <m:r>
                      <a:rPr lang="en-US" sz="1800" b="0" i="0" smtClean="0">
                        <a:solidFill>
                          <a:srgbClr val="404040"/>
                        </a:solidFill>
                        <a:latin typeface="Cambria Math" panose="02040503050406030204" pitchFamily="18" charset="0"/>
                      </a:rPr>
                      <m:t> 1, </m:t>
                    </m:r>
                    <m:r>
                      <m:rPr>
                        <m:sty m:val="p"/>
                      </m:rPr>
                      <a:rPr lang="en-US" sz="1800" b="0" i="0" smtClean="0">
                        <a:solidFill>
                          <a:srgbClr val="404040"/>
                        </a:solidFill>
                        <a:latin typeface="Cambria Math" panose="02040503050406030204" pitchFamily="18" charset="0"/>
                      </a:rPr>
                      <m:t>thus</m:t>
                    </m:r>
                  </m:oMath>
                </a14:m>
                <a:endParaRPr lang="en-US" sz="1800" dirty="0">
                  <a:solidFill>
                    <a:srgbClr val="404040"/>
                  </a:solidFill>
                  <a:latin typeface="Times New Roman" panose="02020603050405020304" pitchFamily="18" charset="0"/>
                  <a:cs typeface="Times New Roman" panose="02020603050405020304" pitchFamily="18" charset="0"/>
                </a:endParaRPr>
              </a:p>
              <a:p>
                <a:pPr algn="just" defTabSz="541338">
                  <a:lnSpc>
                    <a:spcPct val="120000"/>
                  </a:lnSpc>
                  <a:defRPr/>
                </a:pPr>
                <a:r>
                  <a:rPr lang="en-US" sz="1800" dirty="0">
                    <a:solidFill>
                      <a:srgbClr val="40404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smtClean="0">
                            <a:solidFill>
                              <a:srgbClr val="404040"/>
                            </a:solidFill>
                            <a:latin typeface="Cambria Math" panose="02040503050406030204" pitchFamily="18" charset="0"/>
                          </a:rPr>
                        </m:ctrlPr>
                      </m:sSubPr>
                      <m:e>
                        <m:r>
                          <a:rPr lang="en-US" sz="1800" b="0" i="1" smtClean="0">
                            <a:solidFill>
                              <a:srgbClr val="404040"/>
                            </a:solidFill>
                            <a:latin typeface="Cambria Math" panose="02040503050406030204" pitchFamily="18" charset="0"/>
                          </a:rPr>
                          <m:t>𝑜</m:t>
                        </m:r>
                      </m:e>
                      <m:sub>
                        <m:r>
                          <a:rPr lang="en-US" sz="1800" b="0" i="1" smtClean="0">
                            <a:solidFill>
                              <a:srgbClr val="404040"/>
                            </a:solidFill>
                            <a:latin typeface="Cambria Math" panose="02040503050406030204" pitchFamily="18" charset="0"/>
                          </a:rPr>
                          <m:t>𝑘</m:t>
                        </m:r>
                      </m:sub>
                    </m:sSub>
                    <m:r>
                      <a:rPr lang="en-US" sz="1800" i="0" smtClean="0">
                        <a:solidFill>
                          <a:srgbClr val="404040"/>
                        </a:solidFill>
                        <a:latin typeface="Cambria Math" panose="02040503050406030204" pitchFamily="18" charset="0"/>
                      </a:rPr>
                      <m:t>=</m:t>
                    </m:r>
                    <m:r>
                      <a:rPr lang="en-US" sz="1800" b="0" i="1" smtClean="0">
                        <a:solidFill>
                          <a:srgbClr val="404040"/>
                        </a:solidFill>
                        <a:latin typeface="Cambria Math" panose="02040503050406030204" pitchFamily="18" charset="0"/>
                      </a:rPr>
                      <m:t>𝑏h𝑜</m:t>
                    </m:r>
                    <m:r>
                      <a:rPr lang="en-US" sz="1800" i="0" smtClean="0">
                        <a:solidFill>
                          <a:srgbClr val="404040"/>
                        </a:solidFill>
                        <a:latin typeface="Cambria Math" panose="02040503050406030204" pitchFamily="18" charset="0"/>
                      </a:rPr>
                      <m:t>+</m:t>
                    </m:r>
                    <m:nary>
                      <m:naryPr>
                        <m:chr m:val="∑"/>
                        <m:limLoc m:val="undOvr"/>
                        <m:grow m:val="on"/>
                        <m:ctrlPr>
                          <a:rPr lang="en-US" sz="1800" i="1" smtClean="0">
                            <a:solidFill>
                              <a:srgbClr val="404040"/>
                            </a:solidFill>
                            <a:latin typeface="Cambria Math" panose="02040503050406030204" pitchFamily="18" charset="0"/>
                          </a:rPr>
                        </m:ctrlPr>
                      </m:naryPr>
                      <m:sub>
                        <m:r>
                          <a:rPr lang="en-US" sz="1800" b="0" i="1" smtClean="0">
                            <a:solidFill>
                              <a:srgbClr val="404040"/>
                            </a:solidFill>
                            <a:latin typeface="Cambria Math" panose="02040503050406030204" pitchFamily="18" charset="0"/>
                          </a:rPr>
                          <m:t>𝑖</m:t>
                        </m:r>
                        <m:r>
                          <a:rPr lang="en-US" sz="1800" i="0" smtClean="0">
                            <a:solidFill>
                              <a:srgbClr val="404040"/>
                            </a:solidFill>
                            <a:latin typeface="Cambria Math" panose="02040503050406030204" pitchFamily="18" charset="0"/>
                          </a:rPr>
                          <m:t>=0</m:t>
                        </m:r>
                      </m:sub>
                      <m:sup>
                        <m:r>
                          <m:rPr>
                            <m:sty m:val="p"/>
                          </m:rPr>
                          <a:rPr lang="en-US" sz="1800" b="0" i="0" smtClean="0">
                            <a:solidFill>
                              <a:srgbClr val="404040"/>
                            </a:solidFill>
                            <a:latin typeface="Cambria Math" panose="02040503050406030204" pitchFamily="18" charset="0"/>
                          </a:rPr>
                          <m:t>i</m:t>
                        </m:r>
                        <m:r>
                          <a:rPr lang="en-US" sz="1800" i="0" smtClean="0">
                            <a:solidFill>
                              <a:srgbClr val="404040"/>
                            </a:solidFill>
                            <a:latin typeface="Cambria Math" panose="02040503050406030204" pitchFamily="18" charset="0"/>
                          </a:rPr>
                          <m:t>=</m:t>
                        </m:r>
                        <m:r>
                          <a:rPr lang="en-US" sz="1800" b="0" i="0" smtClean="0">
                            <a:solidFill>
                              <a:srgbClr val="404040"/>
                            </a:solidFill>
                            <a:latin typeface="Cambria Math" panose="02040503050406030204" pitchFamily="18" charset="0"/>
                          </a:rPr>
                          <m:t>19</m:t>
                        </m:r>
                      </m:sup>
                      <m:e>
                        <m:sSub>
                          <m:sSubPr>
                            <m:ctrlPr>
                              <a:rPr lang="en-US" sz="1800" i="1">
                                <a:solidFill>
                                  <a:srgbClr val="404040"/>
                                </a:solidFill>
                                <a:latin typeface="Cambria Math" panose="02040503050406030204" pitchFamily="18" charset="0"/>
                              </a:rPr>
                            </m:ctrlPr>
                          </m:sSubPr>
                          <m:e>
                            <m:r>
                              <a:rPr lang="en-US" sz="1800" b="0" i="1" smtClean="0">
                                <a:solidFill>
                                  <a:srgbClr val="404040"/>
                                </a:solidFill>
                                <a:latin typeface="Cambria Math" panose="02040503050406030204" pitchFamily="18" charset="0"/>
                              </a:rPr>
                              <m:t>h</m:t>
                            </m:r>
                          </m:e>
                          <m:sub>
                            <m:r>
                              <a:rPr lang="en-US" sz="1800" b="0" i="1" smtClean="0">
                                <a:solidFill>
                                  <a:srgbClr val="404040"/>
                                </a:solidFill>
                                <a:latin typeface="Cambria Math" panose="02040503050406030204" pitchFamily="18" charset="0"/>
                              </a:rPr>
                              <m:t>𝑖</m:t>
                            </m:r>
                          </m:sub>
                        </m:sSub>
                      </m:e>
                    </m:nary>
                    <m:r>
                      <a:rPr lang="en-US" sz="1800" i="0" smtClean="0">
                        <a:solidFill>
                          <a:srgbClr val="404040"/>
                        </a:solidFill>
                        <a:latin typeface="Cambria Math" panose="02040503050406030204" pitchFamily="18" charset="0"/>
                      </a:rPr>
                      <m:t>⋅</m:t>
                    </m:r>
                    <m:sSub>
                      <m:sSubPr>
                        <m:ctrlPr>
                          <a:rPr lang="en-US" sz="1800" i="1" smtClean="0">
                            <a:solidFill>
                              <a:srgbClr val="404040"/>
                            </a:solidFill>
                            <a:latin typeface="Cambria Math" panose="02040503050406030204" pitchFamily="18" charset="0"/>
                          </a:rPr>
                        </m:ctrlPr>
                      </m:sSubPr>
                      <m:e>
                        <m:r>
                          <a:rPr lang="en-US" sz="1800" b="0" i="1" smtClean="0">
                            <a:solidFill>
                              <a:srgbClr val="404040"/>
                            </a:solidFill>
                            <a:latin typeface="Cambria Math" panose="02040503050406030204" pitchFamily="18" charset="0"/>
                          </a:rPr>
                          <m:t>𝑤h𝑜</m:t>
                        </m:r>
                      </m:e>
                      <m:sub>
                        <m:d>
                          <m:dPr>
                            <m:begChr m:val="["/>
                            <m:endChr m:val="]"/>
                            <m:ctrlPr>
                              <a:rPr lang="en-US" sz="1800" b="0" i="1" smtClean="0">
                                <a:solidFill>
                                  <a:srgbClr val="404040"/>
                                </a:solidFill>
                                <a:latin typeface="Cambria Math" panose="02040503050406030204" pitchFamily="18" charset="0"/>
                              </a:rPr>
                            </m:ctrlPr>
                          </m:dPr>
                          <m:e>
                            <m:r>
                              <a:rPr lang="en-US" sz="1800" b="0" i="1" smtClean="0">
                                <a:solidFill>
                                  <a:srgbClr val="404040"/>
                                </a:solidFill>
                                <a:latin typeface="Cambria Math" panose="02040503050406030204" pitchFamily="18" charset="0"/>
                              </a:rPr>
                              <m:t>𝑖</m:t>
                            </m:r>
                            <m:r>
                              <a:rPr lang="en-US" sz="1800" b="0" i="1" smtClean="0">
                                <a:solidFill>
                                  <a:srgbClr val="404040"/>
                                </a:solidFill>
                                <a:latin typeface="Cambria Math" panose="02040503050406030204" pitchFamily="18" charset="0"/>
                              </a:rPr>
                              <m:t>,</m:t>
                            </m:r>
                            <m:r>
                              <a:rPr lang="en-US" sz="1800" b="0" i="1" smtClean="0">
                                <a:solidFill>
                                  <a:srgbClr val="404040"/>
                                </a:solidFill>
                                <a:latin typeface="Cambria Math" panose="02040503050406030204" pitchFamily="18" charset="0"/>
                              </a:rPr>
                              <m:t>𝑘</m:t>
                            </m:r>
                          </m:e>
                        </m:d>
                      </m:sub>
                    </m:sSub>
                    <m:r>
                      <a:rPr lang="en-US" sz="1800" b="0" i="1" smtClean="0">
                        <a:solidFill>
                          <a:srgbClr val="404040"/>
                        </a:solidFill>
                        <a:latin typeface="Cambria Math" panose="02040503050406030204" pitchFamily="18" charset="0"/>
                      </a:rPr>
                      <m:t> </m:t>
                    </m:r>
                  </m:oMath>
                </a14:m>
                <a:endParaRPr lang="en-US" sz="1800" b="0" dirty="0">
                  <a:solidFill>
                    <a:srgbClr val="404040"/>
                  </a:solidFill>
                  <a:latin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endParaRPr lang="en-US" sz="1800"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sz="1800" dirty="0">
                    <a:solidFill>
                      <a:srgbClr val="404040"/>
                    </a:solidFill>
                    <a:latin typeface="Times New Roman" panose="02020603050405020304" pitchFamily="18" charset="0"/>
                    <a:cs typeface="Times New Roman" panose="02020603050405020304" pitchFamily="18" charset="0"/>
                  </a:rPr>
                  <a:t>where </a:t>
                </a:r>
                <a:r>
                  <a:rPr lang="en-US" sz="1800" dirty="0" err="1">
                    <a:solidFill>
                      <a:srgbClr val="404040"/>
                    </a:solidFill>
                    <a:latin typeface="Times New Roman" panose="02020603050405020304" pitchFamily="18" charset="0"/>
                    <a:cs typeface="Times New Roman" panose="02020603050405020304" pitchFamily="18" charset="0"/>
                  </a:rPr>
                  <a:t>bho</a:t>
                </a:r>
                <a:r>
                  <a:rPr lang="en-US" sz="1800" dirty="0">
                    <a:solidFill>
                      <a:srgbClr val="404040"/>
                    </a:solidFill>
                    <a:latin typeface="Times New Roman" panose="02020603050405020304" pitchFamily="18" charset="0"/>
                    <a:cs typeface="Times New Roman" panose="02020603050405020304" pitchFamily="18" charset="0"/>
                  </a:rPr>
                  <a:t> and o each is a vertical vector.</a:t>
                </a:r>
              </a:p>
              <a:p>
                <a:pPr marR="0" lvl="0" algn="just" defTabSz="541338" rtl="0" eaLnBrk="1" fontAlgn="auto" latinLnBrk="0" hangingPunct="1">
                  <a:lnSpc>
                    <a:spcPct val="120000"/>
                  </a:lnSpc>
                  <a:spcBef>
                    <a:spcPts val="0"/>
                  </a:spcBef>
                  <a:spcAft>
                    <a:spcPts val="0"/>
                  </a:spcAft>
                  <a:buClrTx/>
                  <a:buSzTx/>
                  <a:tabLst/>
                  <a:defRPr/>
                </a:pPr>
                <a:r>
                  <a:rPr lang="en-US" sz="1800" dirty="0">
                    <a:solidFill>
                      <a:srgbClr val="404040"/>
                    </a:solidFill>
                    <a:latin typeface="Times New Roman" panose="02020603050405020304" pitchFamily="18" charset="0"/>
                    <a:cs typeface="Times New Roman" panose="02020603050405020304" pitchFamily="18" charset="0"/>
                  </a:rPr>
                  <a:t>The </a:t>
                </a:r>
                <a:r>
                  <a:rPr lang="en-US" sz="1800" dirty="0" err="1">
                    <a:solidFill>
                      <a:srgbClr val="404040"/>
                    </a:solidFill>
                    <a:latin typeface="Times New Roman" panose="02020603050405020304" pitchFamily="18" charset="0"/>
                    <a:cs typeface="Times New Roman" panose="02020603050405020304" pitchFamily="18" charset="0"/>
                  </a:rPr>
                  <a:t>bho</a:t>
                </a:r>
                <a:r>
                  <a:rPr lang="en-US" sz="1800" dirty="0">
                    <a:solidFill>
                      <a:srgbClr val="404040"/>
                    </a:solidFill>
                    <a:latin typeface="Times New Roman" panose="02020603050405020304" pitchFamily="18" charset="0"/>
                    <a:cs typeface="Times New Roman" panose="02020603050405020304" pitchFamily="18" charset="0"/>
                  </a:rPr>
                  <a:t> is the second bias’s weight vector. </a:t>
                </a:r>
              </a:p>
              <a:p>
                <a:pPr marR="0" lvl="0" algn="just" defTabSz="541338" rtl="0" eaLnBrk="1" fontAlgn="auto" latinLnBrk="0" hangingPunct="1">
                  <a:lnSpc>
                    <a:spcPct val="120000"/>
                  </a:lnSpc>
                  <a:spcBef>
                    <a:spcPts val="0"/>
                  </a:spcBef>
                  <a:spcAft>
                    <a:spcPts val="0"/>
                  </a:spcAft>
                  <a:buClrTx/>
                  <a:buSzTx/>
                  <a:tabLst/>
                  <a:defRPr/>
                </a:pPr>
                <a:r>
                  <a:rPr lang="en-US" sz="1800" dirty="0">
                    <a:solidFill>
                      <a:srgbClr val="404040"/>
                    </a:solidFill>
                    <a:latin typeface="Times New Roman" panose="02020603050405020304" pitchFamily="18" charset="0"/>
                    <a:cs typeface="Times New Roman" panose="02020603050405020304" pitchFamily="18" charset="0"/>
                  </a:rPr>
                  <a:t>It is actually to be called </a:t>
                </a:r>
                <a:r>
                  <a:rPr lang="en-US" sz="1800" dirty="0" err="1">
                    <a:solidFill>
                      <a:srgbClr val="404040"/>
                    </a:solidFill>
                    <a:latin typeface="Times New Roman" panose="02020603050405020304" pitchFamily="18" charset="0"/>
                    <a:cs typeface="Times New Roman" panose="02020603050405020304" pitchFamily="18" charset="0"/>
                  </a:rPr>
                  <a:t>wbo</a:t>
                </a:r>
                <a:r>
                  <a:rPr lang="en-US" sz="1800" dirty="0">
                    <a:solidFill>
                      <a:srgbClr val="404040"/>
                    </a:solidFill>
                    <a:latin typeface="Times New Roman" panose="02020603050405020304" pitchFamily="18" charset="0"/>
                    <a:cs typeface="Times New Roman" panose="02020603050405020304" pitchFamily="18" charset="0"/>
                  </a:rPr>
                  <a:t> (weights between the bias and the output layer). </a:t>
                </a:r>
              </a:p>
              <a:p>
                <a:pPr lvl="0" algn="just" defTabSz="541338">
                  <a:lnSpc>
                    <a:spcPct val="120000"/>
                  </a:lnSpc>
                  <a:defRPr/>
                </a:pPr>
                <a:endParaRPr lang="en-US" sz="1800"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endParaRPr lang="en-US" sz="1800"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sz="1800" dirty="0">
                    <a:solidFill>
                      <a:srgbClr val="404040"/>
                    </a:solidFill>
                    <a:latin typeface="Times New Roman" panose="02020603050405020304" pitchFamily="18" charset="0"/>
                    <a:cs typeface="Times New Roman" panose="02020603050405020304" pitchFamily="18" charset="0"/>
                  </a:rPr>
                  <a:t>In the program:</a:t>
                </a:r>
              </a:p>
              <a:p>
                <a:pPr marR="0" lvl="0" algn="just" defTabSz="541338" rtl="0" eaLnBrk="1" fontAlgn="auto" latinLnBrk="0" hangingPunct="1">
                  <a:lnSpc>
                    <a:spcPct val="120000"/>
                  </a:lnSpc>
                  <a:spcBef>
                    <a:spcPts val="0"/>
                  </a:spcBef>
                  <a:spcAft>
                    <a:spcPts val="0"/>
                  </a:spcAft>
                  <a:buClrTx/>
                  <a:buSzTx/>
                  <a:tabLst/>
                  <a:defRPr/>
                </a:pPr>
                <a:r>
                  <a:rPr lang="en-US" dirty="0" err="1">
                    <a:latin typeface="Times New Roman" panose="02020603050405020304" pitchFamily="18" charset="0"/>
                    <a:cs typeface="Times New Roman" panose="02020603050405020304" pitchFamily="18" charset="0"/>
                  </a:rPr>
                  <a:t>o</a:t>
                </a:r>
                <a:r>
                  <a:rPr lang="en-US" sz="1800" dirty="0" err="1">
                    <a:latin typeface="Times New Roman" panose="02020603050405020304" pitchFamily="18" charset="0"/>
                    <a:cs typeface="Times New Roman" panose="02020603050405020304" pitchFamily="18" charset="0"/>
                  </a:rPr>
                  <a:t>_pre</a:t>
                </a:r>
                <a:r>
                  <a:rPr lang="en-US" sz="1800"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bho</a:t>
                </a:r>
                <a:r>
                  <a:rPr lang="en-US" sz="1800" dirty="0">
                    <a:latin typeface="Times New Roman" panose="02020603050405020304" pitchFamily="18" charset="0"/>
                    <a:cs typeface="Times New Roman" panose="02020603050405020304" pitchFamily="18" charset="0"/>
                  </a:rPr>
                  <a:t> + who @ h   #A matrix </a:t>
                </a:r>
                <a:r>
                  <a:rPr lang="en-US" sz="1800" dirty="0" err="1">
                    <a:latin typeface="Times New Roman" panose="02020603050405020304" pitchFamily="18" charset="0"/>
                    <a:cs typeface="Times New Roman" panose="02020603050405020304" pitchFamily="18" charset="0"/>
                  </a:rPr>
                  <a:t>multipl</a:t>
                </a:r>
                <a:r>
                  <a:rPr lang="en-US" sz="1800" dirty="0">
                    <a:latin typeface="Times New Roman" panose="02020603050405020304" pitchFamily="18" charset="0"/>
                    <a:cs typeface="Times New Roman" panose="02020603050405020304" pitchFamily="18" charset="0"/>
                  </a:rPr>
                  <a:t>  to find a preliminary value. </a:t>
                </a:r>
              </a:p>
              <a:p>
                <a:pPr marR="0" lvl="0" algn="just" defTabSz="541338" rtl="0" eaLnBrk="1" fontAlgn="auto" latinLnBrk="0" hangingPunct="1">
                  <a:lnSpc>
                    <a:spcPct val="120000"/>
                  </a:lnSpc>
                  <a:spcBef>
                    <a:spcPts val="0"/>
                  </a:spcBef>
                  <a:spcAft>
                    <a:spcPts val="0"/>
                  </a:spcAft>
                  <a:buClrTx/>
                  <a:buSzTx/>
                  <a:tabLst/>
                  <a:defRPr/>
                </a:pPr>
                <a:r>
                  <a:rPr lang="en-US"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 = 1 / (1+np.exp(-</a:t>
                </a:r>
                <a:r>
                  <a:rPr lang="en-US" dirty="0" err="1">
                    <a:latin typeface="Times New Roman" panose="02020603050405020304" pitchFamily="18" charset="0"/>
                    <a:cs typeface="Times New Roman" panose="02020603050405020304" pitchFamily="18" charset="0"/>
                  </a:rPr>
                  <a:t>o_</a:t>
                </a:r>
                <a:r>
                  <a:rPr lang="en-US" sz="1800" dirty="0" err="1">
                    <a:latin typeface="Times New Roman" panose="02020603050405020304" pitchFamily="18" charset="0"/>
                    <a:cs typeface="Times New Roman" panose="02020603050405020304" pitchFamily="18" charset="0"/>
                  </a:rPr>
                  <a:t>pre</a:t>
                </a:r>
                <a:r>
                  <a:rPr lang="en-US" sz="1800" dirty="0">
                    <a:latin typeface="Times New Roman" panose="02020603050405020304" pitchFamily="18" charset="0"/>
                    <a:cs typeface="Times New Roman" panose="02020603050405020304" pitchFamily="18" charset="0"/>
                  </a:rPr>
                  <a:t>) #An element-wise op. to find the value after activation. </a:t>
                </a:r>
                <a:r>
                  <a:rPr lang="en-US" dirty="0">
                    <a:latin typeface="Times New Roman" panose="02020603050405020304" pitchFamily="18" charset="0"/>
                    <a:cs typeface="Times New Roman" panose="02020603050405020304" pitchFamily="18" charset="0"/>
                  </a:rPr>
                  <a:t> </a:t>
                </a:r>
              </a:p>
            </p:txBody>
          </p:sp>
        </mc:Choice>
        <mc:Fallback xmlns="">
          <p:sp>
            <p:nvSpPr>
              <p:cNvPr id="117" name="TextBox 116">
                <a:extLst>
                  <a:ext uri="{FF2B5EF4-FFF2-40B4-BE49-F238E27FC236}">
                    <a16:creationId xmlns:a16="http://schemas.microsoft.com/office/drawing/2014/main" id="{161BCF64-3CB8-038B-94A0-3FCCAAD566AD}"/>
                  </a:ext>
                </a:extLst>
              </p:cNvPr>
              <p:cNvSpPr txBox="1">
                <a:spLocks noRot="1" noChangeAspect="1" noMove="1" noResize="1" noEditPoints="1" noAdjustHandles="1" noChangeArrowheads="1" noChangeShapeType="1" noTextEdit="1"/>
              </p:cNvSpPr>
              <p:nvPr/>
            </p:nvSpPr>
            <p:spPr>
              <a:xfrm>
                <a:off x="4384678" y="1903381"/>
                <a:ext cx="7695953" cy="4493025"/>
              </a:xfrm>
              <a:prstGeom prst="rect">
                <a:avLst/>
              </a:prstGeom>
              <a:blipFill>
                <a:blip r:embed="rId2"/>
                <a:stretch>
                  <a:fillRect l="-633" b="-1221"/>
                </a:stretch>
              </a:blipFill>
            </p:spPr>
            <p:txBody>
              <a:bodyPr/>
              <a:lstStyle/>
              <a:p>
                <a:r>
                  <a:rPr lang="en-US">
                    <a:noFill/>
                  </a:rPr>
                  <a:t> </a:t>
                </a:r>
              </a:p>
            </p:txBody>
          </p:sp>
        </mc:Fallback>
      </mc:AlternateContent>
      <p:sp>
        <p:nvSpPr>
          <p:cNvPr id="102" name="Content Placeholder 2">
            <a:extLst>
              <a:ext uri="{FF2B5EF4-FFF2-40B4-BE49-F238E27FC236}">
                <a16:creationId xmlns:a16="http://schemas.microsoft.com/office/drawing/2014/main" id="{6DE0B3F2-F196-F800-E11D-95C0720B57E1}"/>
              </a:ext>
            </a:extLst>
          </p:cNvPr>
          <p:cNvSpPr>
            <a:spLocks noGrp="1"/>
          </p:cNvSpPr>
          <p:nvPr>
            <p:ph idx="1"/>
          </p:nvPr>
        </p:nvSpPr>
        <p:spPr>
          <a:xfrm>
            <a:off x="525183" y="303658"/>
            <a:ext cx="7772997" cy="638502"/>
          </a:xfrm>
        </p:spPr>
        <p:txBody>
          <a:bodyPr>
            <a:noAutofit/>
          </a:bodyPr>
          <a:lstStyle/>
          <a:p>
            <a:pPr marL="0" indent="0">
              <a:buNone/>
            </a:pP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rPr>
              <a:t>Forward Propagation: Hidden </a:t>
            </a: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sym typeface="Wingdings" panose="05000000000000000000" pitchFamily="2" charset="2"/>
              </a:rPr>
              <a:t> Output (2)</a:t>
            </a:r>
            <a:endPar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endParaRPr>
          </a:p>
        </p:txBody>
      </p:sp>
      <p:cxnSp>
        <p:nvCxnSpPr>
          <p:cNvPr id="2" name="Straight Arrow Connector 1">
            <a:extLst>
              <a:ext uri="{FF2B5EF4-FFF2-40B4-BE49-F238E27FC236}">
                <a16:creationId xmlns:a16="http://schemas.microsoft.com/office/drawing/2014/main" id="{DDBF0429-2EEE-C61C-176F-7648A1EFDBB4}"/>
              </a:ext>
            </a:extLst>
          </p:cNvPr>
          <p:cNvCxnSpPr>
            <a:cxnSpLocks/>
            <a:stCxn id="24" idx="3"/>
            <a:endCxn id="65" idx="1"/>
          </p:cNvCxnSpPr>
          <p:nvPr/>
        </p:nvCxnSpPr>
        <p:spPr>
          <a:xfrm flipV="1">
            <a:off x="1335538" y="5408235"/>
            <a:ext cx="2010193" cy="646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16F5B888-4B7F-0750-EC5C-F3E1FBFBC8F1}"/>
              </a:ext>
            </a:extLst>
          </p:cNvPr>
          <p:cNvCxnSpPr>
            <a:cxnSpLocks/>
            <a:stCxn id="11" idx="3"/>
            <a:endCxn id="53" idx="1"/>
          </p:cNvCxnSpPr>
          <p:nvPr/>
        </p:nvCxnSpPr>
        <p:spPr>
          <a:xfrm>
            <a:off x="1330779" y="3098513"/>
            <a:ext cx="2007470" cy="1202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4B54F247-F58A-14BF-B414-94FDC2359A1B}"/>
              </a:ext>
            </a:extLst>
          </p:cNvPr>
          <p:cNvCxnSpPr>
            <a:cxnSpLocks/>
            <a:stCxn id="113" idx="3"/>
            <a:endCxn id="65" idx="1"/>
          </p:cNvCxnSpPr>
          <p:nvPr/>
        </p:nvCxnSpPr>
        <p:spPr>
          <a:xfrm>
            <a:off x="1362479" y="2235310"/>
            <a:ext cx="1983252" cy="3172925"/>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41156B5-0B16-ED44-56B0-070A840838FA}"/>
              </a:ext>
            </a:extLst>
          </p:cNvPr>
          <p:cNvCxnSpPr>
            <a:cxnSpLocks/>
            <a:stCxn id="11" idx="3"/>
            <a:endCxn id="33" idx="1"/>
          </p:cNvCxnSpPr>
          <p:nvPr/>
        </p:nvCxnSpPr>
        <p:spPr>
          <a:xfrm>
            <a:off x="1330779" y="3098513"/>
            <a:ext cx="2007470"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AE81C7A-B48A-3F8B-22DB-A867977A945A}"/>
              </a:ext>
            </a:extLst>
          </p:cNvPr>
          <p:cNvCxnSpPr>
            <a:cxnSpLocks/>
            <a:stCxn id="113" idx="3"/>
            <a:endCxn id="53" idx="1"/>
          </p:cNvCxnSpPr>
          <p:nvPr/>
        </p:nvCxnSpPr>
        <p:spPr>
          <a:xfrm>
            <a:off x="1362479" y="2235310"/>
            <a:ext cx="1975770" cy="2066075"/>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5B91076-76DA-15E2-16E4-19BB5A80490A}"/>
              </a:ext>
            </a:extLst>
          </p:cNvPr>
          <p:cNvCxnSpPr>
            <a:cxnSpLocks/>
            <a:stCxn id="17" idx="3"/>
            <a:endCxn id="33" idx="1"/>
          </p:cNvCxnSpPr>
          <p:nvPr/>
        </p:nvCxnSpPr>
        <p:spPr>
          <a:xfrm>
            <a:off x="1328056" y="3699949"/>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1F47785C-D12E-D1BC-B051-4FF91E167463}"/>
              </a:ext>
            </a:extLst>
          </p:cNvPr>
          <p:cNvGrpSpPr/>
          <p:nvPr/>
        </p:nvGrpSpPr>
        <p:grpSpPr>
          <a:xfrm>
            <a:off x="677636" y="2861101"/>
            <a:ext cx="653143" cy="482610"/>
            <a:chOff x="685799" y="1273461"/>
            <a:chExt cx="653143" cy="482610"/>
          </a:xfrm>
        </p:grpSpPr>
        <p:sp>
          <p:nvSpPr>
            <p:cNvPr id="10" name="Oval 9">
              <a:extLst>
                <a:ext uri="{FF2B5EF4-FFF2-40B4-BE49-F238E27FC236}">
                  <a16:creationId xmlns:a16="http://schemas.microsoft.com/office/drawing/2014/main" id="{3E1A210C-D3E7-D75F-A659-46F63868CE90}"/>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1" name="TextBox 10">
              <a:extLst>
                <a:ext uri="{FF2B5EF4-FFF2-40B4-BE49-F238E27FC236}">
                  <a16:creationId xmlns:a16="http://schemas.microsoft.com/office/drawing/2014/main" id="{DF868EEE-61B5-18F2-FFEF-274BE524255E}"/>
                </a:ext>
              </a:extLst>
            </p:cNvPr>
            <p:cNvSpPr txBox="1"/>
            <p:nvPr/>
          </p:nvSpPr>
          <p:spPr>
            <a:xfrm>
              <a:off x="685799" y="1387762"/>
              <a:ext cx="653143" cy="246221"/>
            </a:xfrm>
            <a:prstGeom prst="rect">
              <a:avLst/>
            </a:prstGeom>
            <a:noFill/>
          </p:spPr>
          <p:txBody>
            <a:bodyPr wrap="square" rtlCol="0">
              <a:spAutoFit/>
            </a:bodyPr>
            <a:lstStyle/>
            <a:p>
              <a:r>
                <a:rPr lang="en-US" sz="1000" dirty="0"/>
                <a:t>h[0]</a:t>
              </a:r>
            </a:p>
          </p:txBody>
        </p:sp>
      </p:grpSp>
      <p:grpSp>
        <p:nvGrpSpPr>
          <p:cNvPr id="12" name="Group 11">
            <a:extLst>
              <a:ext uri="{FF2B5EF4-FFF2-40B4-BE49-F238E27FC236}">
                <a16:creationId xmlns:a16="http://schemas.microsoft.com/office/drawing/2014/main" id="{1E9218A7-0883-559D-1876-28AB84F22629}"/>
              </a:ext>
            </a:extLst>
          </p:cNvPr>
          <p:cNvGrpSpPr/>
          <p:nvPr/>
        </p:nvGrpSpPr>
        <p:grpSpPr>
          <a:xfrm>
            <a:off x="674913" y="3462537"/>
            <a:ext cx="653143" cy="482610"/>
            <a:chOff x="685799" y="1273461"/>
            <a:chExt cx="653143" cy="482610"/>
          </a:xfrm>
        </p:grpSpPr>
        <p:sp>
          <p:nvSpPr>
            <p:cNvPr id="13" name="Oval 12">
              <a:extLst>
                <a:ext uri="{FF2B5EF4-FFF2-40B4-BE49-F238E27FC236}">
                  <a16:creationId xmlns:a16="http://schemas.microsoft.com/office/drawing/2014/main" id="{633C216F-E095-9D95-943A-BB460234422A}"/>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7" name="TextBox 16">
              <a:extLst>
                <a:ext uri="{FF2B5EF4-FFF2-40B4-BE49-F238E27FC236}">
                  <a16:creationId xmlns:a16="http://schemas.microsoft.com/office/drawing/2014/main" id="{AE53ED1E-A490-14BC-5DDC-D90B32F9B2B1}"/>
                </a:ext>
              </a:extLst>
            </p:cNvPr>
            <p:cNvSpPr txBox="1"/>
            <p:nvPr/>
          </p:nvSpPr>
          <p:spPr>
            <a:xfrm>
              <a:off x="685799" y="1387762"/>
              <a:ext cx="653143" cy="246221"/>
            </a:xfrm>
            <a:prstGeom prst="rect">
              <a:avLst/>
            </a:prstGeom>
            <a:noFill/>
          </p:spPr>
          <p:txBody>
            <a:bodyPr wrap="square" rtlCol="0">
              <a:spAutoFit/>
            </a:bodyPr>
            <a:lstStyle/>
            <a:p>
              <a:r>
                <a:rPr lang="en-US" sz="1000" dirty="0"/>
                <a:t>h[1]</a:t>
              </a:r>
            </a:p>
          </p:txBody>
        </p:sp>
      </p:grpSp>
      <p:grpSp>
        <p:nvGrpSpPr>
          <p:cNvPr id="19" name="Group 18">
            <a:extLst>
              <a:ext uri="{FF2B5EF4-FFF2-40B4-BE49-F238E27FC236}">
                <a16:creationId xmlns:a16="http://schemas.microsoft.com/office/drawing/2014/main" id="{E580EF35-AD9F-E0B2-25DB-8BF38F1CD135}"/>
              </a:ext>
            </a:extLst>
          </p:cNvPr>
          <p:cNvGrpSpPr/>
          <p:nvPr/>
        </p:nvGrpSpPr>
        <p:grpSpPr>
          <a:xfrm>
            <a:off x="674913" y="4063973"/>
            <a:ext cx="653143" cy="482610"/>
            <a:chOff x="685799" y="1273461"/>
            <a:chExt cx="653143" cy="482610"/>
          </a:xfrm>
        </p:grpSpPr>
        <p:sp>
          <p:nvSpPr>
            <p:cNvPr id="20" name="Oval 19">
              <a:extLst>
                <a:ext uri="{FF2B5EF4-FFF2-40B4-BE49-F238E27FC236}">
                  <a16:creationId xmlns:a16="http://schemas.microsoft.com/office/drawing/2014/main" id="{F36029E5-F39E-A9D7-ABE2-C9336C807148}"/>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1" name="TextBox 20">
              <a:extLst>
                <a:ext uri="{FF2B5EF4-FFF2-40B4-BE49-F238E27FC236}">
                  <a16:creationId xmlns:a16="http://schemas.microsoft.com/office/drawing/2014/main" id="{87702571-8B4F-839B-8A6A-5F67EAAA5B57}"/>
                </a:ext>
              </a:extLst>
            </p:cNvPr>
            <p:cNvSpPr txBox="1"/>
            <p:nvPr/>
          </p:nvSpPr>
          <p:spPr>
            <a:xfrm>
              <a:off x="685799" y="1387762"/>
              <a:ext cx="653143" cy="246221"/>
            </a:xfrm>
            <a:prstGeom prst="rect">
              <a:avLst/>
            </a:prstGeom>
            <a:noFill/>
          </p:spPr>
          <p:txBody>
            <a:bodyPr wrap="square" rtlCol="0">
              <a:spAutoFit/>
            </a:bodyPr>
            <a:lstStyle/>
            <a:p>
              <a:r>
                <a:rPr lang="en-US" sz="1000" dirty="0"/>
                <a:t>h[2]</a:t>
              </a:r>
            </a:p>
          </p:txBody>
        </p:sp>
      </p:grpSp>
      <p:grpSp>
        <p:nvGrpSpPr>
          <p:cNvPr id="22" name="Group 21">
            <a:extLst>
              <a:ext uri="{FF2B5EF4-FFF2-40B4-BE49-F238E27FC236}">
                <a16:creationId xmlns:a16="http://schemas.microsoft.com/office/drawing/2014/main" id="{971227A3-E9D5-37B1-9040-3C01B0AFB5A7}"/>
              </a:ext>
            </a:extLst>
          </p:cNvPr>
          <p:cNvGrpSpPr/>
          <p:nvPr/>
        </p:nvGrpSpPr>
        <p:grpSpPr>
          <a:xfrm>
            <a:off x="682395" y="5816940"/>
            <a:ext cx="653143" cy="482610"/>
            <a:chOff x="685799" y="1273461"/>
            <a:chExt cx="653143" cy="482610"/>
          </a:xfrm>
        </p:grpSpPr>
        <p:sp>
          <p:nvSpPr>
            <p:cNvPr id="23" name="Oval 22">
              <a:extLst>
                <a:ext uri="{FF2B5EF4-FFF2-40B4-BE49-F238E27FC236}">
                  <a16:creationId xmlns:a16="http://schemas.microsoft.com/office/drawing/2014/main" id="{D28A3261-6F81-D9DB-796A-98E4359EE585}"/>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4" name="TextBox 23">
              <a:extLst>
                <a:ext uri="{FF2B5EF4-FFF2-40B4-BE49-F238E27FC236}">
                  <a16:creationId xmlns:a16="http://schemas.microsoft.com/office/drawing/2014/main" id="{B1F3B6F5-9EC4-537B-28F1-0BF0C9CEA554}"/>
                </a:ext>
              </a:extLst>
            </p:cNvPr>
            <p:cNvSpPr txBox="1"/>
            <p:nvPr/>
          </p:nvSpPr>
          <p:spPr>
            <a:xfrm>
              <a:off x="685799" y="1387762"/>
              <a:ext cx="653143" cy="246221"/>
            </a:xfrm>
            <a:prstGeom prst="rect">
              <a:avLst/>
            </a:prstGeom>
            <a:noFill/>
          </p:spPr>
          <p:txBody>
            <a:bodyPr wrap="square" rtlCol="0">
              <a:spAutoFit/>
            </a:bodyPr>
            <a:lstStyle/>
            <a:p>
              <a:r>
                <a:rPr lang="en-US" sz="1000" dirty="0"/>
                <a:t>h[19]</a:t>
              </a:r>
            </a:p>
          </p:txBody>
        </p:sp>
      </p:grpSp>
      <p:grpSp>
        <p:nvGrpSpPr>
          <p:cNvPr id="25" name="Group 24">
            <a:extLst>
              <a:ext uri="{FF2B5EF4-FFF2-40B4-BE49-F238E27FC236}">
                <a16:creationId xmlns:a16="http://schemas.microsoft.com/office/drawing/2014/main" id="{401EB0DF-7AB7-CF90-537A-6F34DDA1B765}"/>
              </a:ext>
            </a:extLst>
          </p:cNvPr>
          <p:cNvGrpSpPr/>
          <p:nvPr/>
        </p:nvGrpSpPr>
        <p:grpSpPr>
          <a:xfrm>
            <a:off x="3340972" y="2861101"/>
            <a:ext cx="653143" cy="482610"/>
            <a:chOff x="685799" y="1273461"/>
            <a:chExt cx="653143" cy="482610"/>
          </a:xfrm>
        </p:grpSpPr>
        <p:sp>
          <p:nvSpPr>
            <p:cNvPr id="26" name="Oval 25">
              <a:extLst>
                <a:ext uri="{FF2B5EF4-FFF2-40B4-BE49-F238E27FC236}">
                  <a16:creationId xmlns:a16="http://schemas.microsoft.com/office/drawing/2014/main" id="{14F32140-D43A-17CB-C54B-31756F88D918}"/>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7" name="TextBox 26">
              <a:extLst>
                <a:ext uri="{FF2B5EF4-FFF2-40B4-BE49-F238E27FC236}">
                  <a16:creationId xmlns:a16="http://schemas.microsoft.com/office/drawing/2014/main" id="{A2C72BF8-8189-F895-5FEE-8F486D4F3DD6}"/>
                </a:ext>
              </a:extLst>
            </p:cNvPr>
            <p:cNvSpPr txBox="1"/>
            <p:nvPr/>
          </p:nvSpPr>
          <p:spPr>
            <a:xfrm>
              <a:off x="685799" y="1387762"/>
              <a:ext cx="653143" cy="246221"/>
            </a:xfrm>
            <a:prstGeom prst="rect">
              <a:avLst/>
            </a:prstGeom>
            <a:noFill/>
          </p:spPr>
          <p:txBody>
            <a:bodyPr wrap="square" rtlCol="0">
              <a:spAutoFit/>
            </a:bodyPr>
            <a:lstStyle/>
            <a:p>
              <a:r>
                <a:rPr lang="en-US" sz="1000" dirty="0"/>
                <a:t>  o[0]</a:t>
              </a:r>
            </a:p>
          </p:txBody>
        </p:sp>
      </p:grpSp>
      <p:grpSp>
        <p:nvGrpSpPr>
          <p:cNvPr id="31" name="Group 30">
            <a:extLst>
              <a:ext uri="{FF2B5EF4-FFF2-40B4-BE49-F238E27FC236}">
                <a16:creationId xmlns:a16="http://schemas.microsoft.com/office/drawing/2014/main" id="{06AB17C0-2218-26F7-3317-D3E53717778B}"/>
              </a:ext>
            </a:extLst>
          </p:cNvPr>
          <p:cNvGrpSpPr/>
          <p:nvPr/>
        </p:nvGrpSpPr>
        <p:grpSpPr>
          <a:xfrm>
            <a:off x="3338249" y="3462537"/>
            <a:ext cx="653143" cy="482610"/>
            <a:chOff x="685799" y="1273461"/>
            <a:chExt cx="653143" cy="482610"/>
          </a:xfrm>
        </p:grpSpPr>
        <p:sp>
          <p:nvSpPr>
            <p:cNvPr id="32" name="Oval 31">
              <a:extLst>
                <a:ext uri="{FF2B5EF4-FFF2-40B4-BE49-F238E27FC236}">
                  <a16:creationId xmlns:a16="http://schemas.microsoft.com/office/drawing/2014/main" id="{547D01B4-C0E5-9359-7961-57175F570C55}"/>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3" name="TextBox 32">
              <a:extLst>
                <a:ext uri="{FF2B5EF4-FFF2-40B4-BE49-F238E27FC236}">
                  <a16:creationId xmlns:a16="http://schemas.microsoft.com/office/drawing/2014/main" id="{A698F89B-DD29-2A50-E84C-357E05B2EF1E}"/>
                </a:ext>
              </a:extLst>
            </p:cNvPr>
            <p:cNvSpPr txBox="1"/>
            <p:nvPr/>
          </p:nvSpPr>
          <p:spPr>
            <a:xfrm>
              <a:off x="685799" y="1387762"/>
              <a:ext cx="653143" cy="246221"/>
            </a:xfrm>
            <a:prstGeom prst="rect">
              <a:avLst/>
            </a:prstGeom>
            <a:noFill/>
          </p:spPr>
          <p:txBody>
            <a:bodyPr wrap="square" rtlCol="0">
              <a:spAutoFit/>
            </a:bodyPr>
            <a:lstStyle/>
            <a:p>
              <a:r>
                <a:rPr lang="en-US" sz="1000" dirty="0"/>
                <a:t>   o[1]</a:t>
              </a:r>
            </a:p>
          </p:txBody>
        </p:sp>
      </p:grpSp>
      <p:grpSp>
        <p:nvGrpSpPr>
          <p:cNvPr id="47" name="Group 46">
            <a:extLst>
              <a:ext uri="{FF2B5EF4-FFF2-40B4-BE49-F238E27FC236}">
                <a16:creationId xmlns:a16="http://schemas.microsoft.com/office/drawing/2014/main" id="{DD14D4D0-D088-34C2-5C7D-CEF8E450AF24}"/>
              </a:ext>
            </a:extLst>
          </p:cNvPr>
          <p:cNvGrpSpPr/>
          <p:nvPr/>
        </p:nvGrpSpPr>
        <p:grpSpPr>
          <a:xfrm>
            <a:off x="3338249" y="4063973"/>
            <a:ext cx="653143" cy="482610"/>
            <a:chOff x="685799" y="1273461"/>
            <a:chExt cx="653143" cy="482610"/>
          </a:xfrm>
        </p:grpSpPr>
        <p:sp>
          <p:nvSpPr>
            <p:cNvPr id="48" name="Oval 47">
              <a:extLst>
                <a:ext uri="{FF2B5EF4-FFF2-40B4-BE49-F238E27FC236}">
                  <a16:creationId xmlns:a16="http://schemas.microsoft.com/office/drawing/2014/main" id="{F4DEADEC-6486-C7C9-2912-8C62103E1C91}"/>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53" name="TextBox 52">
              <a:extLst>
                <a:ext uri="{FF2B5EF4-FFF2-40B4-BE49-F238E27FC236}">
                  <a16:creationId xmlns:a16="http://schemas.microsoft.com/office/drawing/2014/main" id="{D0E11953-4FCF-A0F3-29C6-65CCAD05026F}"/>
                </a:ext>
              </a:extLst>
            </p:cNvPr>
            <p:cNvSpPr txBox="1"/>
            <p:nvPr/>
          </p:nvSpPr>
          <p:spPr>
            <a:xfrm>
              <a:off x="685799" y="1387762"/>
              <a:ext cx="653143" cy="246221"/>
            </a:xfrm>
            <a:prstGeom prst="rect">
              <a:avLst/>
            </a:prstGeom>
            <a:noFill/>
          </p:spPr>
          <p:txBody>
            <a:bodyPr wrap="square" rtlCol="0">
              <a:spAutoFit/>
            </a:bodyPr>
            <a:lstStyle/>
            <a:p>
              <a:r>
                <a:rPr lang="en-US" sz="1000" dirty="0"/>
                <a:t>  oh[2]</a:t>
              </a:r>
            </a:p>
          </p:txBody>
        </p:sp>
      </p:grpSp>
      <p:grpSp>
        <p:nvGrpSpPr>
          <p:cNvPr id="54" name="Group 53">
            <a:extLst>
              <a:ext uri="{FF2B5EF4-FFF2-40B4-BE49-F238E27FC236}">
                <a16:creationId xmlns:a16="http://schemas.microsoft.com/office/drawing/2014/main" id="{FD2A2127-D74E-F455-10C7-BDC4AEA6E5DC}"/>
              </a:ext>
            </a:extLst>
          </p:cNvPr>
          <p:cNvGrpSpPr/>
          <p:nvPr/>
        </p:nvGrpSpPr>
        <p:grpSpPr>
          <a:xfrm>
            <a:off x="3345731" y="5170823"/>
            <a:ext cx="653143" cy="482610"/>
            <a:chOff x="685799" y="1273461"/>
            <a:chExt cx="653143" cy="482610"/>
          </a:xfrm>
        </p:grpSpPr>
        <p:sp>
          <p:nvSpPr>
            <p:cNvPr id="62" name="Oval 61">
              <a:extLst>
                <a:ext uri="{FF2B5EF4-FFF2-40B4-BE49-F238E27FC236}">
                  <a16:creationId xmlns:a16="http://schemas.microsoft.com/office/drawing/2014/main" id="{CABF3EF7-D979-CB06-74AE-10E844DC83F5}"/>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65" name="TextBox 64">
              <a:extLst>
                <a:ext uri="{FF2B5EF4-FFF2-40B4-BE49-F238E27FC236}">
                  <a16:creationId xmlns:a16="http://schemas.microsoft.com/office/drawing/2014/main" id="{DF66A550-737F-932E-4E92-BA7CD3FDD0E3}"/>
                </a:ext>
              </a:extLst>
            </p:cNvPr>
            <p:cNvSpPr txBox="1"/>
            <p:nvPr/>
          </p:nvSpPr>
          <p:spPr>
            <a:xfrm>
              <a:off x="685799" y="1387762"/>
              <a:ext cx="653143" cy="246221"/>
            </a:xfrm>
            <a:prstGeom prst="rect">
              <a:avLst/>
            </a:prstGeom>
            <a:noFill/>
          </p:spPr>
          <p:txBody>
            <a:bodyPr wrap="square" rtlCol="0">
              <a:spAutoFit/>
            </a:bodyPr>
            <a:lstStyle/>
            <a:p>
              <a:r>
                <a:rPr lang="en-US" sz="1000" dirty="0"/>
                <a:t>  o[9]</a:t>
              </a:r>
            </a:p>
          </p:txBody>
        </p:sp>
      </p:grpSp>
      <p:cxnSp>
        <p:nvCxnSpPr>
          <p:cNvPr id="66" name="Straight Arrow Connector 65">
            <a:extLst>
              <a:ext uri="{FF2B5EF4-FFF2-40B4-BE49-F238E27FC236}">
                <a16:creationId xmlns:a16="http://schemas.microsoft.com/office/drawing/2014/main" id="{1A553940-37E8-0617-B5FB-6E166C090B7C}"/>
              </a:ext>
            </a:extLst>
          </p:cNvPr>
          <p:cNvCxnSpPr>
            <a:stCxn id="11" idx="3"/>
            <a:endCxn id="27" idx="1"/>
          </p:cNvCxnSpPr>
          <p:nvPr/>
        </p:nvCxnSpPr>
        <p:spPr>
          <a:xfrm>
            <a:off x="1330779" y="3098513"/>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76D6B99-3C59-FA92-3845-58D98236F8BD}"/>
              </a:ext>
            </a:extLst>
          </p:cNvPr>
          <p:cNvCxnSpPr>
            <a:cxnSpLocks/>
            <a:stCxn id="17" idx="3"/>
            <a:endCxn id="27" idx="1"/>
          </p:cNvCxnSpPr>
          <p:nvPr/>
        </p:nvCxnSpPr>
        <p:spPr>
          <a:xfrm flipV="1">
            <a:off x="1328056" y="3098513"/>
            <a:ext cx="2012916"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27BAAF04-CF37-DB06-A017-306AB510489E}"/>
              </a:ext>
            </a:extLst>
          </p:cNvPr>
          <p:cNvCxnSpPr>
            <a:cxnSpLocks/>
            <a:stCxn id="21" idx="3"/>
            <a:endCxn id="27" idx="1"/>
          </p:cNvCxnSpPr>
          <p:nvPr/>
        </p:nvCxnSpPr>
        <p:spPr>
          <a:xfrm flipV="1">
            <a:off x="1328056" y="3098513"/>
            <a:ext cx="2012916" cy="1202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AC746AF-C728-43B7-D365-6A3D96AF7903}"/>
              </a:ext>
            </a:extLst>
          </p:cNvPr>
          <p:cNvCxnSpPr>
            <a:cxnSpLocks/>
            <a:stCxn id="24" idx="3"/>
            <a:endCxn id="27" idx="1"/>
          </p:cNvCxnSpPr>
          <p:nvPr/>
        </p:nvCxnSpPr>
        <p:spPr>
          <a:xfrm flipV="1">
            <a:off x="1335538" y="3098513"/>
            <a:ext cx="2005434" cy="2955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F1759EB1-AE3C-3958-4070-BE5FD151AAA2}"/>
              </a:ext>
            </a:extLst>
          </p:cNvPr>
          <p:cNvSpPr txBox="1"/>
          <p:nvPr/>
        </p:nvSpPr>
        <p:spPr>
          <a:xfrm>
            <a:off x="2025397" y="2879354"/>
            <a:ext cx="654346" cy="246221"/>
          </a:xfrm>
          <a:prstGeom prst="rect">
            <a:avLst/>
          </a:prstGeom>
          <a:noFill/>
        </p:spPr>
        <p:txBody>
          <a:bodyPr wrap="none" rtlCol="0">
            <a:spAutoFit/>
          </a:bodyPr>
          <a:lstStyle/>
          <a:p>
            <a:r>
              <a:rPr lang="en-US" sz="1000" dirty="0"/>
              <a:t>who[0,0]</a:t>
            </a:r>
          </a:p>
        </p:txBody>
      </p:sp>
      <p:sp>
        <p:nvSpPr>
          <p:cNvPr id="78" name="TextBox 77">
            <a:extLst>
              <a:ext uri="{FF2B5EF4-FFF2-40B4-BE49-F238E27FC236}">
                <a16:creationId xmlns:a16="http://schemas.microsoft.com/office/drawing/2014/main" id="{37BD7DE3-9D62-317B-C8E6-809A565EEF50}"/>
              </a:ext>
            </a:extLst>
          </p:cNvPr>
          <p:cNvSpPr txBox="1"/>
          <p:nvPr/>
        </p:nvSpPr>
        <p:spPr>
          <a:xfrm>
            <a:off x="2022679" y="3244025"/>
            <a:ext cx="654346" cy="246221"/>
          </a:xfrm>
          <a:prstGeom prst="rect">
            <a:avLst/>
          </a:prstGeom>
          <a:noFill/>
        </p:spPr>
        <p:txBody>
          <a:bodyPr wrap="none" rtlCol="0">
            <a:spAutoFit/>
          </a:bodyPr>
          <a:lstStyle/>
          <a:p>
            <a:r>
              <a:rPr lang="en-US" sz="1000" dirty="0"/>
              <a:t>who[0,1]</a:t>
            </a:r>
          </a:p>
        </p:txBody>
      </p:sp>
      <p:sp>
        <p:nvSpPr>
          <p:cNvPr id="84" name="TextBox 83">
            <a:extLst>
              <a:ext uri="{FF2B5EF4-FFF2-40B4-BE49-F238E27FC236}">
                <a16:creationId xmlns:a16="http://schemas.microsoft.com/office/drawing/2014/main" id="{63FC95D9-82DA-DB48-E228-C7B7CD24C3DC}"/>
              </a:ext>
            </a:extLst>
          </p:cNvPr>
          <p:cNvSpPr txBox="1"/>
          <p:nvPr/>
        </p:nvSpPr>
        <p:spPr>
          <a:xfrm>
            <a:off x="2006349" y="3578759"/>
            <a:ext cx="654346" cy="246221"/>
          </a:xfrm>
          <a:prstGeom prst="rect">
            <a:avLst/>
          </a:prstGeom>
          <a:noFill/>
        </p:spPr>
        <p:txBody>
          <a:bodyPr wrap="none" rtlCol="0">
            <a:spAutoFit/>
          </a:bodyPr>
          <a:lstStyle/>
          <a:p>
            <a:r>
              <a:rPr lang="en-US" sz="1000" dirty="0"/>
              <a:t>who[0,2]</a:t>
            </a:r>
          </a:p>
        </p:txBody>
      </p:sp>
      <p:sp>
        <p:nvSpPr>
          <p:cNvPr id="92" name="TextBox 91">
            <a:extLst>
              <a:ext uri="{FF2B5EF4-FFF2-40B4-BE49-F238E27FC236}">
                <a16:creationId xmlns:a16="http://schemas.microsoft.com/office/drawing/2014/main" id="{D1079B9F-BD3B-D6CA-A518-7AE9AA50C406}"/>
              </a:ext>
            </a:extLst>
          </p:cNvPr>
          <p:cNvSpPr txBox="1"/>
          <p:nvPr/>
        </p:nvSpPr>
        <p:spPr>
          <a:xfrm>
            <a:off x="1624519" y="4979030"/>
            <a:ext cx="720069" cy="246221"/>
          </a:xfrm>
          <a:prstGeom prst="rect">
            <a:avLst/>
          </a:prstGeom>
          <a:noFill/>
        </p:spPr>
        <p:txBody>
          <a:bodyPr wrap="none" rtlCol="0">
            <a:spAutoFit/>
          </a:bodyPr>
          <a:lstStyle/>
          <a:p>
            <a:r>
              <a:rPr lang="en-US" sz="1000" dirty="0"/>
              <a:t>who[0,19]</a:t>
            </a:r>
          </a:p>
        </p:txBody>
      </p:sp>
      <p:cxnSp>
        <p:nvCxnSpPr>
          <p:cNvPr id="95" name="Straight Arrow Connector 94">
            <a:extLst>
              <a:ext uri="{FF2B5EF4-FFF2-40B4-BE49-F238E27FC236}">
                <a16:creationId xmlns:a16="http://schemas.microsoft.com/office/drawing/2014/main" id="{82A6C7AA-46D1-D08B-7901-D010095D4733}"/>
              </a:ext>
            </a:extLst>
          </p:cNvPr>
          <p:cNvCxnSpPr>
            <a:cxnSpLocks/>
            <a:stCxn id="21" idx="3"/>
            <a:endCxn id="33" idx="1"/>
          </p:cNvCxnSpPr>
          <p:nvPr/>
        </p:nvCxnSpPr>
        <p:spPr>
          <a:xfrm flipV="1">
            <a:off x="1328056" y="3699949"/>
            <a:ext cx="2010193"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2174705C-1E61-4E4A-1CED-A3F4BEDC243B}"/>
              </a:ext>
            </a:extLst>
          </p:cNvPr>
          <p:cNvCxnSpPr>
            <a:cxnSpLocks/>
            <a:stCxn id="24" idx="3"/>
            <a:endCxn id="33" idx="1"/>
          </p:cNvCxnSpPr>
          <p:nvPr/>
        </p:nvCxnSpPr>
        <p:spPr>
          <a:xfrm flipV="1">
            <a:off x="1335538" y="3699949"/>
            <a:ext cx="2002711" cy="23544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F4C853D4-1088-9CFE-AC82-7FC8C6BE7815}"/>
              </a:ext>
            </a:extLst>
          </p:cNvPr>
          <p:cNvSpPr txBox="1"/>
          <p:nvPr/>
        </p:nvSpPr>
        <p:spPr>
          <a:xfrm>
            <a:off x="2030338" y="5567026"/>
            <a:ext cx="748923" cy="246221"/>
          </a:xfrm>
          <a:prstGeom prst="rect">
            <a:avLst/>
          </a:prstGeom>
          <a:noFill/>
        </p:spPr>
        <p:txBody>
          <a:bodyPr wrap="none" rtlCol="0">
            <a:spAutoFit/>
          </a:bodyPr>
          <a:lstStyle/>
          <a:p>
            <a:r>
              <a:rPr lang="en-US" sz="1000" dirty="0"/>
              <a:t>who[9, 19]</a:t>
            </a:r>
          </a:p>
        </p:txBody>
      </p:sp>
      <p:cxnSp>
        <p:nvCxnSpPr>
          <p:cNvPr id="100" name="Straight Arrow Connector 99">
            <a:extLst>
              <a:ext uri="{FF2B5EF4-FFF2-40B4-BE49-F238E27FC236}">
                <a16:creationId xmlns:a16="http://schemas.microsoft.com/office/drawing/2014/main" id="{73EA71AD-60CE-2B5E-C9FE-C1713DDE6899}"/>
              </a:ext>
            </a:extLst>
          </p:cNvPr>
          <p:cNvCxnSpPr>
            <a:cxnSpLocks/>
            <a:stCxn id="17" idx="3"/>
            <a:endCxn id="53" idx="1"/>
          </p:cNvCxnSpPr>
          <p:nvPr/>
        </p:nvCxnSpPr>
        <p:spPr>
          <a:xfrm>
            <a:off x="1328056" y="3699949"/>
            <a:ext cx="2010193"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AA2A9C30-5071-08DB-45C7-D6A047EF7E1E}"/>
              </a:ext>
            </a:extLst>
          </p:cNvPr>
          <p:cNvCxnSpPr>
            <a:cxnSpLocks/>
            <a:stCxn id="21" idx="3"/>
            <a:endCxn id="53" idx="1"/>
          </p:cNvCxnSpPr>
          <p:nvPr/>
        </p:nvCxnSpPr>
        <p:spPr>
          <a:xfrm>
            <a:off x="1328056" y="4301385"/>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46B5540D-FF00-DDC1-E81F-76F5824BCE0E}"/>
              </a:ext>
            </a:extLst>
          </p:cNvPr>
          <p:cNvCxnSpPr>
            <a:cxnSpLocks/>
            <a:stCxn id="24" idx="3"/>
            <a:endCxn id="53" idx="1"/>
          </p:cNvCxnSpPr>
          <p:nvPr/>
        </p:nvCxnSpPr>
        <p:spPr>
          <a:xfrm flipV="1">
            <a:off x="1335538" y="4301385"/>
            <a:ext cx="2002711" cy="17529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C7457B21-9467-F6C9-AE2B-FFAB81FDA180}"/>
              </a:ext>
            </a:extLst>
          </p:cNvPr>
          <p:cNvCxnSpPr>
            <a:cxnSpLocks/>
            <a:stCxn id="11" idx="3"/>
            <a:endCxn id="65" idx="1"/>
          </p:cNvCxnSpPr>
          <p:nvPr/>
        </p:nvCxnSpPr>
        <p:spPr>
          <a:xfrm>
            <a:off x="1330779" y="3098513"/>
            <a:ext cx="2014952" cy="2309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46E0EFDF-5013-C1F3-C4CA-C3CABC254D65}"/>
              </a:ext>
            </a:extLst>
          </p:cNvPr>
          <p:cNvCxnSpPr>
            <a:cxnSpLocks/>
            <a:stCxn id="17" idx="3"/>
            <a:endCxn id="65" idx="1"/>
          </p:cNvCxnSpPr>
          <p:nvPr/>
        </p:nvCxnSpPr>
        <p:spPr>
          <a:xfrm>
            <a:off x="1328056" y="3699949"/>
            <a:ext cx="2017675" cy="1708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B5C96ABE-A493-2F97-4240-E1FDF1017DC8}"/>
              </a:ext>
            </a:extLst>
          </p:cNvPr>
          <p:cNvCxnSpPr>
            <a:cxnSpLocks/>
            <a:stCxn id="21" idx="3"/>
            <a:endCxn id="65" idx="1"/>
          </p:cNvCxnSpPr>
          <p:nvPr/>
        </p:nvCxnSpPr>
        <p:spPr>
          <a:xfrm>
            <a:off x="1328056" y="4301385"/>
            <a:ext cx="2017675" cy="1106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Oval 106">
            <a:extLst>
              <a:ext uri="{FF2B5EF4-FFF2-40B4-BE49-F238E27FC236}">
                <a16:creationId xmlns:a16="http://schemas.microsoft.com/office/drawing/2014/main" id="{F16940F5-D0C2-8168-3A72-488F577D8E04}"/>
              </a:ext>
            </a:extLst>
          </p:cNvPr>
          <p:cNvSpPr/>
          <p:nvPr/>
        </p:nvSpPr>
        <p:spPr>
          <a:xfrm>
            <a:off x="742817" y="1976002"/>
            <a:ext cx="489437" cy="482610"/>
          </a:xfrm>
          <a:prstGeom prst="ellipse">
            <a:avLst/>
          </a:prstGeom>
          <a:solidFill>
            <a:schemeClr val="accent4">
              <a:lumMod val="20000"/>
              <a:lumOff val="8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cxnSp>
        <p:nvCxnSpPr>
          <p:cNvPr id="108" name="Straight Arrow Connector 107">
            <a:extLst>
              <a:ext uri="{FF2B5EF4-FFF2-40B4-BE49-F238E27FC236}">
                <a16:creationId xmlns:a16="http://schemas.microsoft.com/office/drawing/2014/main" id="{DFEE9965-267B-9160-04A8-F7DB6B1CDA6E}"/>
              </a:ext>
            </a:extLst>
          </p:cNvPr>
          <p:cNvCxnSpPr>
            <a:cxnSpLocks/>
            <a:stCxn id="113" idx="3"/>
            <a:endCxn id="27" idx="1"/>
          </p:cNvCxnSpPr>
          <p:nvPr/>
        </p:nvCxnSpPr>
        <p:spPr>
          <a:xfrm>
            <a:off x="1362479" y="2235310"/>
            <a:ext cx="1978493" cy="863203"/>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E5923F73-84F6-A698-4D2B-52EFD2A7B6EF}"/>
              </a:ext>
            </a:extLst>
          </p:cNvPr>
          <p:cNvSpPr txBox="1"/>
          <p:nvPr/>
        </p:nvSpPr>
        <p:spPr>
          <a:xfrm rot="1267240">
            <a:off x="1671073" y="2143729"/>
            <a:ext cx="532518" cy="246221"/>
          </a:xfrm>
          <a:prstGeom prst="rect">
            <a:avLst/>
          </a:prstGeom>
          <a:noFill/>
        </p:spPr>
        <p:txBody>
          <a:bodyPr wrap="none" rtlCol="0">
            <a:spAutoFit/>
          </a:bodyPr>
          <a:lstStyle/>
          <a:p>
            <a:r>
              <a:rPr lang="en-US" sz="1000" dirty="0" err="1"/>
              <a:t>bho</a:t>
            </a:r>
            <a:r>
              <a:rPr lang="en-US" sz="1000" dirty="0"/>
              <a:t>[0]</a:t>
            </a:r>
          </a:p>
        </p:txBody>
      </p:sp>
      <p:sp>
        <p:nvSpPr>
          <p:cNvPr id="110" name="TextBox 109">
            <a:extLst>
              <a:ext uri="{FF2B5EF4-FFF2-40B4-BE49-F238E27FC236}">
                <a16:creationId xmlns:a16="http://schemas.microsoft.com/office/drawing/2014/main" id="{723A1C97-F57D-AD8D-D192-0C0499AE3F31}"/>
              </a:ext>
            </a:extLst>
          </p:cNvPr>
          <p:cNvSpPr txBox="1"/>
          <p:nvPr/>
        </p:nvSpPr>
        <p:spPr>
          <a:xfrm rot="1267240">
            <a:off x="1586081" y="2357679"/>
            <a:ext cx="532518" cy="246221"/>
          </a:xfrm>
          <a:prstGeom prst="rect">
            <a:avLst/>
          </a:prstGeom>
          <a:noFill/>
        </p:spPr>
        <p:txBody>
          <a:bodyPr wrap="none" rtlCol="0">
            <a:spAutoFit/>
          </a:bodyPr>
          <a:lstStyle/>
          <a:p>
            <a:r>
              <a:rPr lang="en-US" sz="1000" dirty="0" err="1"/>
              <a:t>bho</a:t>
            </a:r>
            <a:r>
              <a:rPr lang="en-US" sz="1000" dirty="0"/>
              <a:t>[1]</a:t>
            </a:r>
          </a:p>
        </p:txBody>
      </p:sp>
      <p:sp>
        <p:nvSpPr>
          <p:cNvPr id="111" name="TextBox 110">
            <a:extLst>
              <a:ext uri="{FF2B5EF4-FFF2-40B4-BE49-F238E27FC236}">
                <a16:creationId xmlns:a16="http://schemas.microsoft.com/office/drawing/2014/main" id="{DCBB3136-84A1-D038-C8E7-31D975477252}"/>
              </a:ext>
            </a:extLst>
          </p:cNvPr>
          <p:cNvSpPr txBox="1"/>
          <p:nvPr/>
        </p:nvSpPr>
        <p:spPr>
          <a:xfrm rot="3730976">
            <a:off x="1396434" y="2680604"/>
            <a:ext cx="532518" cy="246221"/>
          </a:xfrm>
          <a:prstGeom prst="rect">
            <a:avLst/>
          </a:prstGeom>
          <a:noFill/>
        </p:spPr>
        <p:txBody>
          <a:bodyPr wrap="none" rtlCol="0">
            <a:spAutoFit/>
          </a:bodyPr>
          <a:lstStyle/>
          <a:p>
            <a:r>
              <a:rPr lang="en-US" sz="1000" dirty="0" err="1"/>
              <a:t>bho</a:t>
            </a:r>
            <a:r>
              <a:rPr lang="en-US" sz="1000" dirty="0"/>
              <a:t>[9]</a:t>
            </a:r>
          </a:p>
        </p:txBody>
      </p:sp>
      <p:sp>
        <p:nvSpPr>
          <p:cNvPr id="112" name="TextBox 111">
            <a:extLst>
              <a:ext uri="{FF2B5EF4-FFF2-40B4-BE49-F238E27FC236}">
                <a16:creationId xmlns:a16="http://schemas.microsoft.com/office/drawing/2014/main" id="{E2279D12-4372-89CC-8FCE-6470C8EE8D47}"/>
              </a:ext>
            </a:extLst>
          </p:cNvPr>
          <p:cNvSpPr txBox="1"/>
          <p:nvPr/>
        </p:nvSpPr>
        <p:spPr>
          <a:xfrm rot="2624062">
            <a:off x="1644699" y="2644900"/>
            <a:ext cx="532518" cy="246221"/>
          </a:xfrm>
          <a:prstGeom prst="rect">
            <a:avLst/>
          </a:prstGeom>
          <a:noFill/>
        </p:spPr>
        <p:txBody>
          <a:bodyPr wrap="none" rtlCol="0">
            <a:spAutoFit/>
          </a:bodyPr>
          <a:lstStyle/>
          <a:p>
            <a:r>
              <a:rPr lang="en-US" sz="1000" dirty="0" err="1"/>
              <a:t>bho</a:t>
            </a:r>
            <a:r>
              <a:rPr lang="en-US" sz="1000" dirty="0"/>
              <a:t>[2]</a:t>
            </a:r>
          </a:p>
        </p:txBody>
      </p:sp>
      <p:sp>
        <p:nvSpPr>
          <p:cNvPr id="113" name="TextBox 112">
            <a:extLst>
              <a:ext uri="{FF2B5EF4-FFF2-40B4-BE49-F238E27FC236}">
                <a16:creationId xmlns:a16="http://schemas.microsoft.com/office/drawing/2014/main" id="{1359C327-7F10-ABC2-91CD-B360F18DC5C3}"/>
              </a:ext>
            </a:extLst>
          </p:cNvPr>
          <p:cNvSpPr txBox="1"/>
          <p:nvPr/>
        </p:nvSpPr>
        <p:spPr>
          <a:xfrm>
            <a:off x="709336" y="2112199"/>
            <a:ext cx="653143" cy="246221"/>
          </a:xfrm>
          <a:prstGeom prst="rect">
            <a:avLst/>
          </a:prstGeom>
          <a:noFill/>
        </p:spPr>
        <p:txBody>
          <a:bodyPr wrap="square" rtlCol="0">
            <a:spAutoFit/>
          </a:bodyPr>
          <a:lstStyle/>
          <a:p>
            <a:r>
              <a:rPr lang="en-US" sz="1000" dirty="0"/>
              <a:t>bias = 1</a:t>
            </a:r>
          </a:p>
        </p:txBody>
      </p:sp>
      <p:cxnSp>
        <p:nvCxnSpPr>
          <p:cNvPr id="114" name="Straight Arrow Connector 113">
            <a:extLst>
              <a:ext uri="{FF2B5EF4-FFF2-40B4-BE49-F238E27FC236}">
                <a16:creationId xmlns:a16="http://schemas.microsoft.com/office/drawing/2014/main" id="{F2950356-32F5-51FC-3297-18DA16824BC1}"/>
              </a:ext>
            </a:extLst>
          </p:cNvPr>
          <p:cNvCxnSpPr>
            <a:cxnSpLocks/>
            <a:stCxn id="113" idx="3"/>
            <a:endCxn id="33" idx="1"/>
          </p:cNvCxnSpPr>
          <p:nvPr/>
        </p:nvCxnSpPr>
        <p:spPr>
          <a:xfrm>
            <a:off x="1362479" y="2235310"/>
            <a:ext cx="1975770" cy="1464639"/>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0CBA0E98-E88B-1509-803C-0585DCD84219}"/>
              </a:ext>
            </a:extLst>
          </p:cNvPr>
          <p:cNvPicPr>
            <a:picLocks noChangeAspect="1"/>
          </p:cNvPicPr>
          <p:nvPr/>
        </p:nvPicPr>
        <p:blipFill>
          <a:blip r:embed="rId3"/>
          <a:stretch>
            <a:fillRect/>
          </a:stretch>
        </p:blipFill>
        <p:spPr>
          <a:xfrm>
            <a:off x="8682234" y="2480"/>
            <a:ext cx="3509766" cy="757664"/>
          </a:xfrm>
          <a:prstGeom prst="rect">
            <a:avLst/>
          </a:prstGeom>
        </p:spPr>
      </p:pic>
    </p:spTree>
    <p:extLst>
      <p:ext uri="{BB962C8B-B14F-4D97-AF65-F5344CB8AC3E}">
        <p14:creationId xmlns:p14="http://schemas.microsoft.com/office/powerpoint/2010/main" val="980691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6E7DAFEA-1F6F-48E3-BB1D-F57715ECA072}"/>
              </a:ext>
            </a:extLst>
          </p:cNvPr>
          <p:cNvSpPr txBox="1">
            <a:spLocks/>
          </p:cNvSpPr>
          <p:nvPr/>
        </p:nvSpPr>
        <p:spPr>
          <a:xfrm>
            <a:off x="457198" y="1019452"/>
            <a:ext cx="10497313" cy="736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mbria" panose="02040503050406030204" pitchFamily="18" charset="0"/>
              <a:cs typeface="Calibri" panose="020F0502020204030204" pitchFamily="34" charset="0"/>
            </a:endParaRPr>
          </a:p>
        </p:txBody>
      </p:sp>
      <p:sp>
        <p:nvSpPr>
          <p:cNvPr id="117" name="TextBox 116">
            <a:extLst>
              <a:ext uri="{FF2B5EF4-FFF2-40B4-BE49-F238E27FC236}">
                <a16:creationId xmlns:a16="http://schemas.microsoft.com/office/drawing/2014/main" id="{161BCF64-3CB8-038B-94A0-3FCCAAD566AD}"/>
              </a:ext>
            </a:extLst>
          </p:cNvPr>
          <p:cNvSpPr txBox="1"/>
          <p:nvPr/>
        </p:nvSpPr>
        <p:spPr>
          <a:xfrm>
            <a:off x="4172910" y="1907077"/>
            <a:ext cx="7866690" cy="4384534"/>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b="1" dirty="0">
                <a:solidFill>
                  <a:srgbClr val="404040"/>
                </a:solidFill>
                <a:latin typeface="Times New Roman" panose="02020603050405020304" pitchFamily="18" charset="0"/>
                <a:cs typeface="Times New Roman" panose="02020603050405020304" pitchFamily="18" charset="0"/>
              </a:rPr>
              <a:t>How to update </a:t>
            </a:r>
            <a:r>
              <a:rPr lang="en-US" b="1" dirty="0" err="1">
                <a:solidFill>
                  <a:srgbClr val="404040"/>
                </a:solidFill>
                <a:latin typeface="Times New Roman" panose="02020603050405020304" pitchFamily="18" charset="0"/>
                <a:cs typeface="Times New Roman" panose="02020603050405020304" pitchFamily="18" charset="0"/>
              </a:rPr>
              <a:t>b_h_o</a:t>
            </a:r>
            <a:r>
              <a:rPr lang="en-US" b="1" dirty="0">
                <a:solidFill>
                  <a:srgbClr val="404040"/>
                </a:solidFill>
                <a:latin typeface="Times New Roman" panose="02020603050405020304" pitchFamily="18" charset="0"/>
                <a:cs typeface="Times New Roman" panose="02020603050405020304" pitchFamily="18" charset="0"/>
              </a:rPr>
              <a:t> and </a:t>
            </a:r>
            <a:r>
              <a:rPr lang="en-US" b="1" dirty="0" err="1">
                <a:solidFill>
                  <a:srgbClr val="404040"/>
                </a:solidFill>
                <a:latin typeface="Times New Roman" panose="02020603050405020304" pitchFamily="18" charset="0"/>
                <a:cs typeface="Times New Roman" panose="02020603050405020304" pitchFamily="18" charset="0"/>
              </a:rPr>
              <a:t>w_h_o</a:t>
            </a:r>
            <a:r>
              <a:rPr lang="en-US" b="1" dirty="0">
                <a:solidFill>
                  <a:srgbClr val="404040"/>
                </a:solidFill>
                <a:latin typeface="Times New Roman" panose="02020603050405020304" pitchFamily="18" charset="0"/>
                <a:cs typeface="Times New Roman" panose="02020603050405020304" pitchFamily="18" charset="0"/>
              </a:rPr>
              <a:t> after a training epoch: </a:t>
            </a:r>
          </a:p>
          <a:p>
            <a:pPr marR="0" lvl="0" algn="just" defTabSz="541338" rtl="0" eaLnBrk="1" fontAlgn="auto" latinLnBrk="0" hangingPunct="1">
              <a:lnSpc>
                <a:spcPct val="120000"/>
              </a:lnSpc>
              <a:spcBef>
                <a:spcPts val="0"/>
              </a:spcBef>
              <a:spcAft>
                <a:spcPts val="0"/>
              </a:spcAft>
              <a:buClrTx/>
              <a:buSzTx/>
              <a:tabLst/>
              <a:defRPr/>
            </a:pPr>
            <a:endParaRPr lang="en-US"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dirty="0" err="1">
                <a:solidFill>
                  <a:srgbClr val="404040"/>
                </a:solidFill>
                <a:latin typeface="Times New Roman" panose="02020603050405020304" pitchFamily="18" charset="0"/>
                <a:cs typeface="Times New Roman" panose="02020603050405020304" pitchFamily="18" charset="0"/>
              </a:rPr>
              <a:t>delta_o</a:t>
            </a:r>
            <a:r>
              <a:rPr lang="en-US" dirty="0">
                <a:solidFill>
                  <a:srgbClr val="404040"/>
                </a:solidFill>
                <a:latin typeface="Times New Roman" panose="02020603050405020304" pitchFamily="18" charset="0"/>
                <a:cs typeface="Times New Roman" panose="02020603050405020304" pitchFamily="18" charset="0"/>
              </a:rPr>
              <a:t> = o – l  </a:t>
            </a:r>
          </a:p>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#o is the output vector (vertical) and l is the label vector (vertical). </a:t>
            </a:r>
          </a:p>
          <a:p>
            <a:pPr marR="0" lvl="0" algn="just" defTabSz="541338" rtl="0" eaLnBrk="1" fontAlgn="auto" latinLnBrk="0" hangingPunct="1">
              <a:lnSpc>
                <a:spcPct val="120000"/>
              </a:lnSpc>
              <a:spcBef>
                <a:spcPts val="0"/>
              </a:spcBef>
              <a:spcAft>
                <a:spcPts val="0"/>
              </a:spcAft>
              <a:buClrTx/>
              <a:buSzTx/>
              <a:tabLst/>
              <a:defRPr/>
            </a:pPr>
            <a:r>
              <a:rPr lang="en-US" dirty="0" err="1">
                <a:solidFill>
                  <a:srgbClr val="404040"/>
                </a:solidFill>
                <a:latin typeface="Times New Roman" panose="02020603050405020304" pitchFamily="18" charset="0"/>
                <a:cs typeface="Times New Roman" panose="02020603050405020304" pitchFamily="18" charset="0"/>
              </a:rPr>
              <a:t>bho</a:t>
            </a:r>
            <a:r>
              <a:rPr lang="en-US" dirty="0">
                <a:solidFill>
                  <a:srgbClr val="404040"/>
                </a:solidFill>
                <a:latin typeface="Times New Roman" panose="02020603050405020304" pitchFamily="18" charset="0"/>
                <a:cs typeface="Times New Roman" panose="02020603050405020304" pitchFamily="18" charset="0"/>
              </a:rPr>
              <a:t>  += -</a:t>
            </a:r>
            <a:r>
              <a:rPr lang="en-US" dirty="0" err="1">
                <a:solidFill>
                  <a:srgbClr val="404040"/>
                </a:solidFill>
                <a:latin typeface="Times New Roman" panose="02020603050405020304" pitchFamily="18" charset="0"/>
                <a:cs typeface="Times New Roman" panose="02020603050405020304" pitchFamily="18" charset="0"/>
              </a:rPr>
              <a:t>learn_rate</a:t>
            </a:r>
            <a:r>
              <a:rPr lang="en-US" dirty="0">
                <a:solidFill>
                  <a:srgbClr val="404040"/>
                </a:solidFill>
                <a:latin typeface="Times New Roman" panose="02020603050405020304" pitchFamily="18" charset="0"/>
                <a:cs typeface="Times New Roman" panose="02020603050405020304" pitchFamily="18" charset="0"/>
              </a:rPr>
              <a:t> * </a:t>
            </a:r>
            <a:r>
              <a:rPr lang="en-US" dirty="0" err="1">
                <a:solidFill>
                  <a:srgbClr val="404040"/>
                </a:solidFill>
                <a:latin typeface="Times New Roman" panose="02020603050405020304" pitchFamily="18" charset="0"/>
                <a:cs typeface="Times New Roman" panose="02020603050405020304" pitchFamily="18" charset="0"/>
              </a:rPr>
              <a:t>delta_o</a:t>
            </a:r>
            <a:r>
              <a:rPr lang="en-US" dirty="0">
                <a:solidFill>
                  <a:srgbClr val="404040"/>
                </a:solidFill>
                <a:latin typeface="Times New Roman" panose="02020603050405020304" pitchFamily="18" charset="0"/>
                <a:cs typeface="Times New Roman" panose="02020603050405020304" pitchFamily="18" charset="0"/>
              </a:rPr>
              <a:t>                                 #Bec. the bias value is 1 for all.</a:t>
            </a:r>
          </a:p>
          <a:p>
            <a:pPr algn="just" defTabSz="541338">
              <a:lnSpc>
                <a:spcPct val="120000"/>
              </a:lnSpc>
              <a:defRPr/>
            </a:pPr>
            <a:r>
              <a:rPr lang="en-US" dirty="0" err="1">
                <a:solidFill>
                  <a:srgbClr val="404040"/>
                </a:solidFill>
                <a:latin typeface="Times New Roman" panose="02020603050405020304" pitchFamily="18" charset="0"/>
                <a:cs typeface="Times New Roman" panose="02020603050405020304" pitchFamily="18" charset="0"/>
              </a:rPr>
              <a:t>bho</a:t>
            </a:r>
            <a:r>
              <a:rPr lang="en-US" dirty="0">
                <a:solidFill>
                  <a:srgbClr val="404040"/>
                </a:solidFill>
                <a:latin typeface="Times New Roman" panose="02020603050405020304" pitchFamily="18" charset="0"/>
                <a:cs typeface="Times New Roman" panose="02020603050405020304" pitchFamily="18" charset="0"/>
              </a:rPr>
              <a:t>  += -</a:t>
            </a:r>
            <a:r>
              <a:rPr lang="en-US" dirty="0" err="1">
                <a:solidFill>
                  <a:srgbClr val="404040"/>
                </a:solidFill>
                <a:latin typeface="Times New Roman" panose="02020603050405020304" pitchFamily="18" charset="0"/>
                <a:cs typeface="Times New Roman" panose="02020603050405020304" pitchFamily="18" charset="0"/>
              </a:rPr>
              <a:t>learn_rate</a:t>
            </a:r>
            <a:r>
              <a:rPr lang="en-US" dirty="0">
                <a:solidFill>
                  <a:srgbClr val="404040"/>
                </a:solidFill>
                <a:latin typeface="Times New Roman" panose="02020603050405020304" pitchFamily="18" charset="0"/>
                <a:cs typeface="Times New Roman" panose="02020603050405020304" pitchFamily="18" charset="0"/>
              </a:rPr>
              <a:t> * </a:t>
            </a:r>
            <a:r>
              <a:rPr lang="en-US" dirty="0" err="1">
                <a:solidFill>
                  <a:srgbClr val="404040"/>
                </a:solidFill>
                <a:latin typeface="Times New Roman" panose="02020603050405020304" pitchFamily="18" charset="0"/>
                <a:cs typeface="Times New Roman" panose="02020603050405020304" pitchFamily="18" charset="0"/>
              </a:rPr>
              <a:t>delta_o</a:t>
            </a:r>
            <a:r>
              <a:rPr lang="en-US" dirty="0">
                <a:solidFill>
                  <a:srgbClr val="404040"/>
                </a:solidFill>
                <a:latin typeface="Times New Roman" panose="02020603050405020304" pitchFamily="18" charset="0"/>
                <a:cs typeface="Times New Roman" panose="02020603050405020304" pitchFamily="18" charset="0"/>
              </a:rPr>
              <a:t> @ </a:t>
            </a:r>
            <a:r>
              <a:rPr lang="en-US" dirty="0" err="1">
                <a:solidFill>
                  <a:srgbClr val="404040"/>
                </a:solidFill>
                <a:latin typeface="Times New Roman" panose="02020603050405020304" pitchFamily="18" charset="0"/>
                <a:cs typeface="Times New Roman" panose="02020603050405020304" pitchFamily="18" charset="0"/>
              </a:rPr>
              <a:t>np.transpose</a:t>
            </a:r>
            <a:r>
              <a:rPr lang="en-US" dirty="0">
                <a:solidFill>
                  <a:srgbClr val="404040"/>
                </a:solidFill>
                <a:latin typeface="Times New Roman" panose="02020603050405020304" pitchFamily="18" charset="0"/>
                <a:cs typeface="Times New Roman" panose="02020603050405020304" pitchFamily="18" charset="0"/>
              </a:rPr>
              <a:t>(bias) # If bias were a vertical vector.</a:t>
            </a:r>
          </a:p>
          <a:p>
            <a:pPr marR="0" lvl="0" algn="just" defTabSz="541338" rtl="0" eaLnBrk="1" fontAlgn="auto" latinLnBrk="0" hangingPunct="1">
              <a:lnSpc>
                <a:spcPct val="120000"/>
              </a:lnSpc>
              <a:spcBef>
                <a:spcPts val="0"/>
              </a:spcBef>
              <a:spcAft>
                <a:spcPts val="0"/>
              </a:spcAft>
              <a:buClrTx/>
              <a:buSzTx/>
              <a:tabLst/>
              <a:defRPr/>
            </a:pPr>
            <a:endParaRPr lang="en-US"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#delta_o is a vertical vector, </a:t>
            </a:r>
            <a:r>
              <a:rPr lang="en-US" dirty="0" err="1">
                <a:solidFill>
                  <a:srgbClr val="404040"/>
                </a:solidFill>
                <a:latin typeface="Times New Roman" panose="02020603050405020304" pitchFamily="18" charset="0"/>
                <a:cs typeface="Times New Roman" panose="02020603050405020304" pitchFamily="18" charset="0"/>
              </a:rPr>
              <a:t>bho</a:t>
            </a:r>
            <a:r>
              <a:rPr lang="en-US" dirty="0">
                <a:solidFill>
                  <a:srgbClr val="404040"/>
                </a:solidFill>
                <a:latin typeface="Times New Roman" panose="02020603050405020304" pitchFamily="18" charset="0"/>
                <a:cs typeface="Times New Roman" panose="02020603050405020304" pitchFamily="18" charset="0"/>
              </a:rPr>
              <a:t> is a vertical vector too.</a:t>
            </a:r>
          </a:p>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who += -</a:t>
            </a:r>
            <a:r>
              <a:rPr lang="en-US" dirty="0" err="1">
                <a:solidFill>
                  <a:srgbClr val="404040"/>
                </a:solidFill>
                <a:latin typeface="Times New Roman" panose="02020603050405020304" pitchFamily="18" charset="0"/>
                <a:cs typeface="Times New Roman" panose="02020603050405020304" pitchFamily="18" charset="0"/>
              </a:rPr>
              <a:t>learn_rate</a:t>
            </a:r>
            <a:r>
              <a:rPr lang="en-US" dirty="0">
                <a:solidFill>
                  <a:srgbClr val="404040"/>
                </a:solidFill>
                <a:latin typeface="Times New Roman" panose="02020603050405020304" pitchFamily="18" charset="0"/>
                <a:cs typeface="Times New Roman" panose="02020603050405020304" pitchFamily="18" charset="0"/>
              </a:rPr>
              <a:t> * </a:t>
            </a:r>
            <a:r>
              <a:rPr lang="en-US" dirty="0" err="1">
                <a:solidFill>
                  <a:srgbClr val="404040"/>
                </a:solidFill>
                <a:latin typeface="Times New Roman" panose="02020603050405020304" pitchFamily="18" charset="0"/>
                <a:cs typeface="Times New Roman" panose="02020603050405020304" pitchFamily="18" charset="0"/>
              </a:rPr>
              <a:t>delta_o</a:t>
            </a:r>
            <a:r>
              <a:rPr lang="en-US" dirty="0">
                <a:solidFill>
                  <a:srgbClr val="404040"/>
                </a:solidFill>
                <a:latin typeface="Times New Roman" panose="02020603050405020304" pitchFamily="18" charset="0"/>
                <a:cs typeface="Times New Roman" panose="02020603050405020304" pitchFamily="18" charset="0"/>
              </a:rPr>
              <a:t> @ </a:t>
            </a:r>
            <a:r>
              <a:rPr lang="en-US" dirty="0" err="1">
                <a:solidFill>
                  <a:srgbClr val="404040"/>
                </a:solidFill>
                <a:latin typeface="Times New Roman" panose="02020603050405020304" pitchFamily="18" charset="0"/>
                <a:cs typeface="Times New Roman" panose="02020603050405020304" pitchFamily="18" charset="0"/>
              </a:rPr>
              <a:t>np.transpose</a:t>
            </a:r>
            <a:r>
              <a:rPr lang="en-US" dirty="0">
                <a:solidFill>
                  <a:srgbClr val="404040"/>
                </a:solidFill>
                <a:latin typeface="Times New Roman" panose="02020603050405020304" pitchFamily="18" charset="0"/>
                <a:cs typeface="Times New Roman" panose="02020603050405020304" pitchFamily="18" charset="0"/>
              </a:rPr>
              <a:t>(h)</a:t>
            </a:r>
          </a:p>
          <a:p>
            <a:pPr marR="0" lvl="0" algn="just" defTabSz="541338" rtl="0" eaLnBrk="1" fontAlgn="auto" latinLnBrk="0" hangingPunct="1">
              <a:lnSpc>
                <a:spcPct val="120000"/>
              </a:lnSpc>
              <a:spcBef>
                <a:spcPts val="0"/>
              </a:spcBef>
              <a:spcAft>
                <a:spcPts val="0"/>
              </a:spcAft>
              <a:buClrTx/>
              <a:buSzTx/>
              <a:tabLst/>
              <a:defRPr/>
            </a:pPr>
            <a:endParaRPr lang="en-US"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endParaRPr lang="en-US" dirty="0">
              <a:solidFill>
                <a:srgbClr val="404040"/>
              </a:solidFill>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#If the input value is big, its related weight will be reduced much.</a:t>
            </a:r>
          </a:p>
          <a:p>
            <a:pPr marR="0" lvl="0" algn="just" defTabSz="541338" rtl="0" eaLnBrk="1" fontAlgn="auto" latinLnBrk="0" hangingPunct="1">
              <a:lnSpc>
                <a:spcPct val="120000"/>
              </a:lnSpc>
              <a:spcBef>
                <a:spcPts val="0"/>
              </a:spcBef>
              <a:spcAft>
                <a:spcPts val="0"/>
              </a:spcAft>
              <a:buClrTx/>
              <a:buSzTx/>
              <a:tabLst/>
              <a:defRPr/>
            </a:pPr>
            <a:r>
              <a:rPr lang="en-US" dirty="0">
                <a:solidFill>
                  <a:srgbClr val="404040"/>
                </a:solidFill>
                <a:latin typeface="Times New Roman" panose="02020603050405020304" pitchFamily="18" charset="0"/>
                <a:cs typeface="Times New Roman" panose="02020603050405020304" pitchFamily="18" charset="0"/>
              </a:rPr>
              <a:t>#If the input value is small, its related weight will be reduced less.</a:t>
            </a:r>
            <a:endParaRPr lang="en-US" dirty="0">
              <a:latin typeface="Times New Roman" panose="02020603050405020304" pitchFamily="18" charset="0"/>
              <a:cs typeface="Times New Roman" panose="02020603050405020304" pitchFamily="18" charset="0"/>
            </a:endParaRPr>
          </a:p>
        </p:txBody>
      </p:sp>
      <p:sp>
        <p:nvSpPr>
          <p:cNvPr id="102" name="Content Placeholder 2">
            <a:extLst>
              <a:ext uri="{FF2B5EF4-FFF2-40B4-BE49-F238E27FC236}">
                <a16:creationId xmlns:a16="http://schemas.microsoft.com/office/drawing/2014/main" id="{6DE0B3F2-F196-F800-E11D-95C0720B57E1}"/>
              </a:ext>
            </a:extLst>
          </p:cNvPr>
          <p:cNvSpPr>
            <a:spLocks noGrp="1"/>
          </p:cNvSpPr>
          <p:nvPr>
            <p:ph idx="1"/>
          </p:nvPr>
        </p:nvSpPr>
        <p:spPr>
          <a:xfrm>
            <a:off x="525183" y="303658"/>
            <a:ext cx="6661223" cy="638502"/>
          </a:xfrm>
        </p:spPr>
        <p:txBody>
          <a:bodyPr>
            <a:noAutofit/>
          </a:bodyPr>
          <a:lstStyle/>
          <a:p>
            <a:pPr marL="0" indent="0">
              <a:buNone/>
            </a:pP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rPr>
              <a:t>Backward Prop: Hidden </a:t>
            </a: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sym typeface="Wingdings" panose="05000000000000000000" pitchFamily="2" charset="2"/>
              </a:rPr>
              <a:t> </a:t>
            </a: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rPr>
              <a:t>Output</a:t>
            </a:r>
          </a:p>
        </p:txBody>
      </p:sp>
      <p:sp>
        <p:nvSpPr>
          <p:cNvPr id="2" name="Oval 1">
            <a:extLst>
              <a:ext uri="{FF2B5EF4-FFF2-40B4-BE49-F238E27FC236}">
                <a16:creationId xmlns:a16="http://schemas.microsoft.com/office/drawing/2014/main" id="{FB2B0CF6-10FB-AE91-FE86-1515269BF360}"/>
              </a:ext>
            </a:extLst>
          </p:cNvPr>
          <p:cNvSpPr/>
          <p:nvPr/>
        </p:nvSpPr>
        <p:spPr>
          <a:xfrm>
            <a:off x="4012043" y="5300125"/>
            <a:ext cx="6555438" cy="12153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0D500B40-48D0-9D9D-0043-E1B8FF8F7DDA}"/>
              </a:ext>
            </a:extLst>
          </p:cNvPr>
          <p:cNvSpPr/>
          <p:nvPr/>
        </p:nvSpPr>
        <p:spPr>
          <a:xfrm>
            <a:off x="4122366" y="4649497"/>
            <a:ext cx="653143" cy="3038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94557AD-0FCF-5B49-3EE9-DF3061F9E135}"/>
              </a:ext>
            </a:extLst>
          </p:cNvPr>
          <p:cNvSpPr/>
          <p:nvPr/>
        </p:nvSpPr>
        <p:spPr>
          <a:xfrm>
            <a:off x="7186406" y="4605551"/>
            <a:ext cx="1601994" cy="3466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CFD596C8-1A02-6099-D6D4-BFA4910FE9B6}"/>
              </a:ext>
            </a:extLst>
          </p:cNvPr>
          <p:cNvCxnSpPr>
            <a:stCxn id="4" idx="4"/>
            <a:endCxn id="2" idx="1"/>
          </p:cNvCxnSpPr>
          <p:nvPr/>
        </p:nvCxnSpPr>
        <p:spPr>
          <a:xfrm>
            <a:off x="4448938" y="4953322"/>
            <a:ext cx="523127" cy="52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FBF2CF2-F0A1-B162-50EE-9D20B4E41B21}"/>
              </a:ext>
            </a:extLst>
          </p:cNvPr>
          <p:cNvCxnSpPr>
            <a:cxnSpLocks/>
            <a:stCxn id="5" idx="4"/>
            <a:endCxn id="2" idx="0"/>
          </p:cNvCxnSpPr>
          <p:nvPr/>
        </p:nvCxnSpPr>
        <p:spPr>
          <a:xfrm flipH="1">
            <a:off x="7289762" y="4952246"/>
            <a:ext cx="697641" cy="347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3A1BAE9-CFE0-570A-BFAD-A087CFFEEE53}"/>
              </a:ext>
            </a:extLst>
          </p:cNvPr>
          <p:cNvCxnSpPr>
            <a:cxnSpLocks/>
            <a:stCxn id="53" idx="3"/>
            <a:endCxn id="95" idx="1"/>
          </p:cNvCxnSpPr>
          <p:nvPr/>
        </p:nvCxnSpPr>
        <p:spPr>
          <a:xfrm flipV="1">
            <a:off x="1335538" y="5408235"/>
            <a:ext cx="2010193" cy="646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596D88B-8CBC-3E6D-013B-EC8994362C43}"/>
              </a:ext>
            </a:extLst>
          </p:cNvPr>
          <p:cNvCxnSpPr>
            <a:cxnSpLocks/>
            <a:stCxn id="24" idx="3"/>
            <a:endCxn id="78" idx="1"/>
          </p:cNvCxnSpPr>
          <p:nvPr/>
        </p:nvCxnSpPr>
        <p:spPr>
          <a:xfrm>
            <a:off x="1330779" y="3098513"/>
            <a:ext cx="2007470" cy="1202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18526A0-C74C-2D85-3311-CAC192255B15}"/>
              </a:ext>
            </a:extLst>
          </p:cNvPr>
          <p:cNvCxnSpPr>
            <a:cxnSpLocks/>
            <a:stCxn id="124" idx="3"/>
            <a:endCxn id="95" idx="1"/>
          </p:cNvCxnSpPr>
          <p:nvPr/>
        </p:nvCxnSpPr>
        <p:spPr>
          <a:xfrm>
            <a:off x="1362479" y="2235310"/>
            <a:ext cx="1983252" cy="3172925"/>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92CD4D9-70B8-D8F9-C34A-EE301D5CE863}"/>
              </a:ext>
            </a:extLst>
          </p:cNvPr>
          <p:cNvCxnSpPr>
            <a:cxnSpLocks/>
            <a:stCxn id="24" idx="3"/>
            <a:endCxn id="69" idx="1"/>
          </p:cNvCxnSpPr>
          <p:nvPr/>
        </p:nvCxnSpPr>
        <p:spPr>
          <a:xfrm>
            <a:off x="1330779" y="3098513"/>
            <a:ext cx="2007470"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E707ADC-4E22-3577-00B5-6E37EA09994A}"/>
              </a:ext>
            </a:extLst>
          </p:cNvPr>
          <p:cNvCxnSpPr>
            <a:cxnSpLocks/>
            <a:stCxn id="124" idx="3"/>
            <a:endCxn id="78" idx="1"/>
          </p:cNvCxnSpPr>
          <p:nvPr/>
        </p:nvCxnSpPr>
        <p:spPr>
          <a:xfrm>
            <a:off x="1362479" y="2235310"/>
            <a:ext cx="1975770" cy="2066075"/>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CCE5A7D-C946-6A69-6AF5-2D939DDFA116}"/>
              </a:ext>
            </a:extLst>
          </p:cNvPr>
          <p:cNvCxnSpPr>
            <a:cxnSpLocks/>
            <a:stCxn id="27" idx="3"/>
            <a:endCxn id="69" idx="1"/>
          </p:cNvCxnSpPr>
          <p:nvPr/>
        </p:nvCxnSpPr>
        <p:spPr>
          <a:xfrm>
            <a:off x="1328056" y="3699949"/>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D950811B-0043-E875-BD40-4318EE593B58}"/>
              </a:ext>
            </a:extLst>
          </p:cNvPr>
          <p:cNvGrpSpPr/>
          <p:nvPr/>
        </p:nvGrpSpPr>
        <p:grpSpPr>
          <a:xfrm>
            <a:off x="677636" y="2861101"/>
            <a:ext cx="653143" cy="482610"/>
            <a:chOff x="685799" y="1273461"/>
            <a:chExt cx="653143" cy="482610"/>
          </a:xfrm>
        </p:grpSpPr>
        <p:sp>
          <p:nvSpPr>
            <p:cNvPr id="23" name="Oval 22">
              <a:extLst>
                <a:ext uri="{FF2B5EF4-FFF2-40B4-BE49-F238E27FC236}">
                  <a16:creationId xmlns:a16="http://schemas.microsoft.com/office/drawing/2014/main" id="{CDFFCB3C-56CA-A168-9E4E-8F69A1438631}"/>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4" name="TextBox 23">
              <a:extLst>
                <a:ext uri="{FF2B5EF4-FFF2-40B4-BE49-F238E27FC236}">
                  <a16:creationId xmlns:a16="http://schemas.microsoft.com/office/drawing/2014/main" id="{0F4FBFA4-A260-926B-7AB0-14FCDACD9A7B}"/>
                </a:ext>
              </a:extLst>
            </p:cNvPr>
            <p:cNvSpPr txBox="1"/>
            <p:nvPr/>
          </p:nvSpPr>
          <p:spPr>
            <a:xfrm>
              <a:off x="685799" y="1387762"/>
              <a:ext cx="653143" cy="246221"/>
            </a:xfrm>
            <a:prstGeom prst="rect">
              <a:avLst/>
            </a:prstGeom>
            <a:noFill/>
          </p:spPr>
          <p:txBody>
            <a:bodyPr wrap="square" rtlCol="0">
              <a:spAutoFit/>
            </a:bodyPr>
            <a:lstStyle/>
            <a:p>
              <a:r>
                <a:rPr lang="en-US" sz="1000" dirty="0"/>
                <a:t>h[0]</a:t>
              </a:r>
            </a:p>
          </p:txBody>
        </p:sp>
      </p:grpSp>
      <p:grpSp>
        <p:nvGrpSpPr>
          <p:cNvPr id="25" name="Group 24">
            <a:extLst>
              <a:ext uri="{FF2B5EF4-FFF2-40B4-BE49-F238E27FC236}">
                <a16:creationId xmlns:a16="http://schemas.microsoft.com/office/drawing/2014/main" id="{F6EC7D21-2E66-610D-8E31-4432E8C303E1}"/>
              </a:ext>
            </a:extLst>
          </p:cNvPr>
          <p:cNvGrpSpPr/>
          <p:nvPr/>
        </p:nvGrpSpPr>
        <p:grpSpPr>
          <a:xfrm>
            <a:off x="674913" y="3462537"/>
            <a:ext cx="653143" cy="482610"/>
            <a:chOff x="685799" y="1273461"/>
            <a:chExt cx="653143" cy="482610"/>
          </a:xfrm>
        </p:grpSpPr>
        <p:sp>
          <p:nvSpPr>
            <p:cNvPr id="26" name="Oval 25">
              <a:extLst>
                <a:ext uri="{FF2B5EF4-FFF2-40B4-BE49-F238E27FC236}">
                  <a16:creationId xmlns:a16="http://schemas.microsoft.com/office/drawing/2014/main" id="{B7740DE2-32EA-F4A0-442D-6308A78ACCC1}"/>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7" name="TextBox 26">
              <a:extLst>
                <a:ext uri="{FF2B5EF4-FFF2-40B4-BE49-F238E27FC236}">
                  <a16:creationId xmlns:a16="http://schemas.microsoft.com/office/drawing/2014/main" id="{7036719E-B7DB-2B26-2765-8A0993C855D0}"/>
                </a:ext>
              </a:extLst>
            </p:cNvPr>
            <p:cNvSpPr txBox="1"/>
            <p:nvPr/>
          </p:nvSpPr>
          <p:spPr>
            <a:xfrm>
              <a:off x="685799" y="1387762"/>
              <a:ext cx="653143" cy="246221"/>
            </a:xfrm>
            <a:prstGeom prst="rect">
              <a:avLst/>
            </a:prstGeom>
            <a:noFill/>
          </p:spPr>
          <p:txBody>
            <a:bodyPr wrap="square" rtlCol="0">
              <a:spAutoFit/>
            </a:bodyPr>
            <a:lstStyle/>
            <a:p>
              <a:r>
                <a:rPr lang="en-US" sz="1000" dirty="0"/>
                <a:t>h[1]</a:t>
              </a:r>
            </a:p>
          </p:txBody>
        </p:sp>
      </p:grpSp>
      <p:grpSp>
        <p:nvGrpSpPr>
          <p:cNvPr id="31" name="Group 30">
            <a:extLst>
              <a:ext uri="{FF2B5EF4-FFF2-40B4-BE49-F238E27FC236}">
                <a16:creationId xmlns:a16="http://schemas.microsoft.com/office/drawing/2014/main" id="{F9976D0B-7A2C-500B-D92C-AEC71D1E1BD9}"/>
              </a:ext>
            </a:extLst>
          </p:cNvPr>
          <p:cNvGrpSpPr/>
          <p:nvPr/>
        </p:nvGrpSpPr>
        <p:grpSpPr>
          <a:xfrm>
            <a:off x="674913" y="4063973"/>
            <a:ext cx="653143" cy="482610"/>
            <a:chOff x="685799" y="1273461"/>
            <a:chExt cx="653143" cy="482610"/>
          </a:xfrm>
        </p:grpSpPr>
        <p:sp>
          <p:nvSpPr>
            <p:cNvPr id="32" name="Oval 31">
              <a:extLst>
                <a:ext uri="{FF2B5EF4-FFF2-40B4-BE49-F238E27FC236}">
                  <a16:creationId xmlns:a16="http://schemas.microsoft.com/office/drawing/2014/main" id="{B658B06B-AEEF-5E25-726C-778FBE3B0D86}"/>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3" name="TextBox 32">
              <a:extLst>
                <a:ext uri="{FF2B5EF4-FFF2-40B4-BE49-F238E27FC236}">
                  <a16:creationId xmlns:a16="http://schemas.microsoft.com/office/drawing/2014/main" id="{F881B98B-3AAC-3244-69FB-6E8FE22E5E7E}"/>
                </a:ext>
              </a:extLst>
            </p:cNvPr>
            <p:cNvSpPr txBox="1"/>
            <p:nvPr/>
          </p:nvSpPr>
          <p:spPr>
            <a:xfrm>
              <a:off x="685799" y="1387762"/>
              <a:ext cx="653143" cy="246221"/>
            </a:xfrm>
            <a:prstGeom prst="rect">
              <a:avLst/>
            </a:prstGeom>
            <a:noFill/>
          </p:spPr>
          <p:txBody>
            <a:bodyPr wrap="square" rtlCol="0">
              <a:spAutoFit/>
            </a:bodyPr>
            <a:lstStyle/>
            <a:p>
              <a:r>
                <a:rPr lang="en-US" sz="1000" dirty="0"/>
                <a:t>h[2]</a:t>
              </a:r>
            </a:p>
          </p:txBody>
        </p:sp>
      </p:grpSp>
      <p:grpSp>
        <p:nvGrpSpPr>
          <p:cNvPr id="47" name="Group 46">
            <a:extLst>
              <a:ext uri="{FF2B5EF4-FFF2-40B4-BE49-F238E27FC236}">
                <a16:creationId xmlns:a16="http://schemas.microsoft.com/office/drawing/2014/main" id="{BC4CC875-F0A5-3378-6326-F876F89BAB05}"/>
              </a:ext>
            </a:extLst>
          </p:cNvPr>
          <p:cNvGrpSpPr/>
          <p:nvPr/>
        </p:nvGrpSpPr>
        <p:grpSpPr>
          <a:xfrm>
            <a:off x="682395" y="5816940"/>
            <a:ext cx="653143" cy="482610"/>
            <a:chOff x="685799" y="1273461"/>
            <a:chExt cx="653143" cy="482610"/>
          </a:xfrm>
        </p:grpSpPr>
        <p:sp>
          <p:nvSpPr>
            <p:cNvPr id="48" name="Oval 47">
              <a:extLst>
                <a:ext uri="{FF2B5EF4-FFF2-40B4-BE49-F238E27FC236}">
                  <a16:creationId xmlns:a16="http://schemas.microsoft.com/office/drawing/2014/main" id="{95B10121-B4B4-48E2-7CE3-CE0EDCDA557D}"/>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53" name="TextBox 52">
              <a:extLst>
                <a:ext uri="{FF2B5EF4-FFF2-40B4-BE49-F238E27FC236}">
                  <a16:creationId xmlns:a16="http://schemas.microsoft.com/office/drawing/2014/main" id="{02347E3A-FD8D-83AA-E2C2-E466078FFFB4}"/>
                </a:ext>
              </a:extLst>
            </p:cNvPr>
            <p:cNvSpPr txBox="1"/>
            <p:nvPr/>
          </p:nvSpPr>
          <p:spPr>
            <a:xfrm>
              <a:off x="685799" y="1387762"/>
              <a:ext cx="653143" cy="246221"/>
            </a:xfrm>
            <a:prstGeom prst="rect">
              <a:avLst/>
            </a:prstGeom>
            <a:noFill/>
          </p:spPr>
          <p:txBody>
            <a:bodyPr wrap="square" rtlCol="0">
              <a:spAutoFit/>
            </a:bodyPr>
            <a:lstStyle/>
            <a:p>
              <a:r>
                <a:rPr lang="en-US" sz="1000" dirty="0"/>
                <a:t>h[19]</a:t>
              </a:r>
            </a:p>
          </p:txBody>
        </p:sp>
      </p:grpSp>
      <p:grpSp>
        <p:nvGrpSpPr>
          <p:cNvPr id="54" name="Group 53">
            <a:extLst>
              <a:ext uri="{FF2B5EF4-FFF2-40B4-BE49-F238E27FC236}">
                <a16:creationId xmlns:a16="http://schemas.microsoft.com/office/drawing/2014/main" id="{98081749-EBDF-3B72-F02B-5768E657E4D1}"/>
              </a:ext>
            </a:extLst>
          </p:cNvPr>
          <p:cNvGrpSpPr/>
          <p:nvPr/>
        </p:nvGrpSpPr>
        <p:grpSpPr>
          <a:xfrm>
            <a:off x="3340972" y="2861101"/>
            <a:ext cx="653143" cy="482610"/>
            <a:chOff x="685799" y="1273461"/>
            <a:chExt cx="653143" cy="482610"/>
          </a:xfrm>
        </p:grpSpPr>
        <p:sp>
          <p:nvSpPr>
            <p:cNvPr id="62" name="Oval 61">
              <a:extLst>
                <a:ext uri="{FF2B5EF4-FFF2-40B4-BE49-F238E27FC236}">
                  <a16:creationId xmlns:a16="http://schemas.microsoft.com/office/drawing/2014/main" id="{596A6BB5-ACA9-0068-A356-CF0F9C3B9DAC}"/>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65" name="TextBox 64">
              <a:extLst>
                <a:ext uri="{FF2B5EF4-FFF2-40B4-BE49-F238E27FC236}">
                  <a16:creationId xmlns:a16="http://schemas.microsoft.com/office/drawing/2014/main" id="{DEB8270D-73C6-183D-5B2E-DE69E9BD75CA}"/>
                </a:ext>
              </a:extLst>
            </p:cNvPr>
            <p:cNvSpPr txBox="1"/>
            <p:nvPr/>
          </p:nvSpPr>
          <p:spPr>
            <a:xfrm>
              <a:off x="685799" y="1387762"/>
              <a:ext cx="653143" cy="246221"/>
            </a:xfrm>
            <a:prstGeom prst="rect">
              <a:avLst/>
            </a:prstGeom>
            <a:noFill/>
          </p:spPr>
          <p:txBody>
            <a:bodyPr wrap="square" rtlCol="0">
              <a:spAutoFit/>
            </a:bodyPr>
            <a:lstStyle/>
            <a:p>
              <a:r>
                <a:rPr lang="en-US" sz="1000" dirty="0"/>
                <a:t>  o[0]</a:t>
              </a:r>
            </a:p>
          </p:txBody>
        </p:sp>
      </p:grpSp>
      <p:grpSp>
        <p:nvGrpSpPr>
          <p:cNvPr id="66" name="Group 65">
            <a:extLst>
              <a:ext uri="{FF2B5EF4-FFF2-40B4-BE49-F238E27FC236}">
                <a16:creationId xmlns:a16="http://schemas.microsoft.com/office/drawing/2014/main" id="{C5739F87-153D-29D2-D131-56DDB7D613FA}"/>
              </a:ext>
            </a:extLst>
          </p:cNvPr>
          <p:cNvGrpSpPr/>
          <p:nvPr/>
        </p:nvGrpSpPr>
        <p:grpSpPr>
          <a:xfrm>
            <a:off x="3338249" y="3462537"/>
            <a:ext cx="653143" cy="482610"/>
            <a:chOff x="685799" y="1273461"/>
            <a:chExt cx="653143" cy="482610"/>
          </a:xfrm>
        </p:grpSpPr>
        <p:sp>
          <p:nvSpPr>
            <p:cNvPr id="68" name="Oval 67">
              <a:extLst>
                <a:ext uri="{FF2B5EF4-FFF2-40B4-BE49-F238E27FC236}">
                  <a16:creationId xmlns:a16="http://schemas.microsoft.com/office/drawing/2014/main" id="{DD4FFC48-A722-5804-B419-7628C5D70CEA}"/>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69" name="TextBox 68">
              <a:extLst>
                <a:ext uri="{FF2B5EF4-FFF2-40B4-BE49-F238E27FC236}">
                  <a16:creationId xmlns:a16="http://schemas.microsoft.com/office/drawing/2014/main" id="{0F3B3486-957E-7066-9658-9C389E6432FF}"/>
                </a:ext>
              </a:extLst>
            </p:cNvPr>
            <p:cNvSpPr txBox="1"/>
            <p:nvPr/>
          </p:nvSpPr>
          <p:spPr>
            <a:xfrm>
              <a:off x="685799" y="1387762"/>
              <a:ext cx="653143" cy="246221"/>
            </a:xfrm>
            <a:prstGeom prst="rect">
              <a:avLst/>
            </a:prstGeom>
            <a:noFill/>
          </p:spPr>
          <p:txBody>
            <a:bodyPr wrap="square" rtlCol="0">
              <a:spAutoFit/>
            </a:bodyPr>
            <a:lstStyle/>
            <a:p>
              <a:r>
                <a:rPr lang="en-US" sz="1000" dirty="0"/>
                <a:t>   o[1]</a:t>
              </a:r>
            </a:p>
          </p:txBody>
        </p:sp>
      </p:grpSp>
      <p:grpSp>
        <p:nvGrpSpPr>
          <p:cNvPr id="72" name="Group 71">
            <a:extLst>
              <a:ext uri="{FF2B5EF4-FFF2-40B4-BE49-F238E27FC236}">
                <a16:creationId xmlns:a16="http://schemas.microsoft.com/office/drawing/2014/main" id="{357BDE48-1E9D-38A0-1837-18EEA9833366}"/>
              </a:ext>
            </a:extLst>
          </p:cNvPr>
          <p:cNvGrpSpPr/>
          <p:nvPr/>
        </p:nvGrpSpPr>
        <p:grpSpPr>
          <a:xfrm>
            <a:off x="3338249" y="4063973"/>
            <a:ext cx="653143" cy="482610"/>
            <a:chOff x="685799" y="1273461"/>
            <a:chExt cx="653143" cy="482610"/>
          </a:xfrm>
        </p:grpSpPr>
        <p:sp>
          <p:nvSpPr>
            <p:cNvPr id="75" name="Oval 74">
              <a:extLst>
                <a:ext uri="{FF2B5EF4-FFF2-40B4-BE49-F238E27FC236}">
                  <a16:creationId xmlns:a16="http://schemas.microsoft.com/office/drawing/2014/main" id="{10340C42-CB39-BED9-4629-A6D397D5EF90}"/>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78" name="TextBox 77">
              <a:extLst>
                <a:ext uri="{FF2B5EF4-FFF2-40B4-BE49-F238E27FC236}">
                  <a16:creationId xmlns:a16="http://schemas.microsoft.com/office/drawing/2014/main" id="{066F0C38-C4F3-B3BC-C455-FF2F9876A8CF}"/>
                </a:ext>
              </a:extLst>
            </p:cNvPr>
            <p:cNvSpPr txBox="1"/>
            <p:nvPr/>
          </p:nvSpPr>
          <p:spPr>
            <a:xfrm>
              <a:off x="685799" y="1387762"/>
              <a:ext cx="653143" cy="246221"/>
            </a:xfrm>
            <a:prstGeom prst="rect">
              <a:avLst/>
            </a:prstGeom>
            <a:noFill/>
          </p:spPr>
          <p:txBody>
            <a:bodyPr wrap="square" rtlCol="0">
              <a:spAutoFit/>
            </a:bodyPr>
            <a:lstStyle/>
            <a:p>
              <a:r>
                <a:rPr lang="en-US" sz="1000" dirty="0"/>
                <a:t>  oh[2]</a:t>
              </a:r>
            </a:p>
          </p:txBody>
        </p:sp>
      </p:grpSp>
      <p:grpSp>
        <p:nvGrpSpPr>
          <p:cNvPr id="84" name="Group 83">
            <a:extLst>
              <a:ext uri="{FF2B5EF4-FFF2-40B4-BE49-F238E27FC236}">
                <a16:creationId xmlns:a16="http://schemas.microsoft.com/office/drawing/2014/main" id="{70A87CF7-6A9C-EDB3-8116-F2BC23BA3A03}"/>
              </a:ext>
            </a:extLst>
          </p:cNvPr>
          <p:cNvGrpSpPr/>
          <p:nvPr/>
        </p:nvGrpSpPr>
        <p:grpSpPr>
          <a:xfrm>
            <a:off x="3345731" y="5170823"/>
            <a:ext cx="653143" cy="482610"/>
            <a:chOff x="685799" y="1273461"/>
            <a:chExt cx="653143" cy="482610"/>
          </a:xfrm>
        </p:grpSpPr>
        <p:sp>
          <p:nvSpPr>
            <p:cNvPr id="92" name="Oval 91">
              <a:extLst>
                <a:ext uri="{FF2B5EF4-FFF2-40B4-BE49-F238E27FC236}">
                  <a16:creationId xmlns:a16="http://schemas.microsoft.com/office/drawing/2014/main" id="{C4281F94-8F30-800B-9384-275BB40B972C}"/>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95" name="TextBox 94">
              <a:extLst>
                <a:ext uri="{FF2B5EF4-FFF2-40B4-BE49-F238E27FC236}">
                  <a16:creationId xmlns:a16="http://schemas.microsoft.com/office/drawing/2014/main" id="{CE146C17-211B-A1C2-FA81-85DC044F4DAD}"/>
                </a:ext>
              </a:extLst>
            </p:cNvPr>
            <p:cNvSpPr txBox="1"/>
            <p:nvPr/>
          </p:nvSpPr>
          <p:spPr>
            <a:xfrm>
              <a:off x="685799" y="1387762"/>
              <a:ext cx="653143" cy="246221"/>
            </a:xfrm>
            <a:prstGeom prst="rect">
              <a:avLst/>
            </a:prstGeom>
            <a:noFill/>
          </p:spPr>
          <p:txBody>
            <a:bodyPr wrap="square" rtlCol="0">
              <a:spAutoFit/>
            </a:bodyPr>
            <a:lstStyle/>
            <a:p>
              <a:r>
                <a:rPr lang="en-US" sz="1000" dirty="0"/>
                <a:t>  o[9]</a:t>
              </a:r>
            </a:p>
          </p:txBody>
        </p:sp>
      </p:grpSp>
      <p:cxnSp>
        <p:nvCxnSpPr>
          <p:cNvPr id="98" name="Straight Arrow Connector 97">
            <a:extLst>
              <a:ext uri="{FF2B5EF4-FFF2-40B4-BE49-F238E27FC236}">
                <a16:creationId xmlns:a16="http://schemas.microsoft.com/office/drawing/2014/main" id="{B4677317-DFAC-451E-0BF7-56C083B9ADDB}"/>
              </a:ext>
            </a:extLst>
          </p:cNvPr>
          <p:cNvCxnSpPr>
            <a:stCxn id="24" idx="3"/>
            <a:endCxn id="65" idx="1"/>
          </p:cNvCxnSpPr>
          <p:nvPr/>
        </p:nvCxnSpPr>
        <p:spPr>
          <a:xfrm>
            <a:off x="1330779" y="3098513"/>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BAA2D644-7BBD-9EFC-DF8D-FA706575C0CF}"/>
              </a:ext>
            </a:extLst>
          </p:cNvPr>
          <p:cNvCxnSpPr>
            <a:cxnSpLocks/>
            <a:stCxn id="27" idx="3"/>
            <a:endCxn id="65" idx="1"/>
          </p:cNvCxnSpPr>
          <p:nvPr/>
        </p:nvCxnSpPr>
        <p:spPr>
          <a:xfrm flipV="1">
            <a:off x="1328056" y="3098513"/>
            <a:ext cx="2012916"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CC5EA411-3F55-C1EE-9780-CFBF8411BFBF}"/>
              </a:ext>
            </a:extLst>
          </p:cNvPr>
          <p:cNvCxnSpPr>
            <a:cxnSpLocks/>
            <a:stCxn id="33" idx="3"/>
            <a:endCxn id="65" idx="1"/>
          </p:cNvCxnSpPr>
          <p:nvPr/>
        </p:nvCxnSpPr>
        <p:spPr>
          <a:xfrm flipV="1">
            <a:off x="1328056" y="3098513"/>
            <a:ext cx="2012916" cy="1202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EACCB232-D919-E83A-2008-DFBDB8BF83AA}"/>
              </a:ext>
            </a:extLst>
          </p:cNvPr>
          <p:cNvCxnSpPr>
            <a:cxnSpLocks/>
            <a:stCxn id="53" idx="3"/>
            <a:endCxn id="65" idx="1"/>
          </p:cNvCxnSpPr>
          <p:nvPr/>
        </p:nvCxnSpPr>
        <p:spPr>
          <a:xfrm flipV="1">
            <a:off x="1335538" y="3098513"/>
            <a:ext cx="2005434" cy="2955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F6AC7F0F-3D85-A1C6-36EB-A1C37409497E}"/>
              </a:ext>
            </a:extLst>
          </p:cNvPr>
          <p:cNvSpPr txBox="1"/>
          <p:nvPr/>
        </p:nvSpPr>
        <p:spPr>
          <a:xfrm>
            <a:off x="2025397" y="2879354"/>
            <a:ext cx="654346" cy="246221"/>
          </a:xfrm>
          <a:prstGeom prst="rect">
            <a:avLst/>
          </a:prstGeom>
          <a:noFill/>
        </p:spPr>
        <p:txBody>
          <a:bodyPr wrap="none" rtlCol="0">
            <a:spAutoFit/>
          </a:bodyPr>
          <a:lstStyle/>
          <a:p>
            <a:r>
              <a:rPr lang="en-US" sz="1000" dirty="0"/>
              <a:t>who[0,0]</a:t>
            </a:r>
          </a:p>
        </p:txBody>
      </p:sp>
      <p:sp>
        <p:nvSpPr>
          <p:cNvPr id="104" name="TextBox 103">
            <a:extLst>
              <a:ext uri="{FF2B5EF4-FFF2-40B4-BE49-F238E27FC236}">
                <a16:creationId xmlns:a16="http://schemas.microsoft.com/office/drawing/2014/main" id="{C1F6E399-94F1-567A-A1A9-5E0DA661A7F8}"/>
              </a:ext>
            </a:extLst>
          </p:cNvPr>
          <p:cNvSpPr txBox="1"/>
          <p:nvPr/>
        </p:nvSpPr>
        <p:spPr>
          <a:xfrm>
            <a:off x="2022679" y="3244025"/>
            <a:ext cx="654346" cy="246221"/>
          </a:xfrm>
          <a:prstGeom prst="rect">
            <a:avLst/>
          </a:prstGeom>
          <a:noFill/>
        </p:spPr>
        <p:txBody>
          <a:bodyPr wrap="none" rtlCol="0">
            <a:spAutoFit/>
          </a:bodyPr>
          <a:lstStyle/>
          <a:p>
            <a:r>
              <a:rPr lang="en-US" sz="1000" dirty="0"/>
              <a:t>who[0,1]</a:t>
            </a:r>
          </a:p>
        </p:txBody>
      </p:sp>
      <p:sp>
        <p:nvSpPr>
          <p:cNvPr id="105" name="TextBox 104">
            <a:extLst>
              <a:ext uri="{FF2B5EF4-FFF2-40B4-BE49-F238E27FC236}">
                <a16:creationId xmlns:a16="http://schemas.microsoft.com/office/drawing/2014/main" id="{1B4DB4E2-0FB5-869F-BF88-BBE4E0A2608A}"/>
              </a:ext>
            </a:extLst>
          </p:cNvPr>
          <p:cNvSpPr txBox="1"/>
          <p:nvPr/>
        </p:nvSpPr>
        <p:spPr>
          <a:xfrm>
            <a:off x="2006349" y="3578759"/>
            <a:ext cx="654346" cy="246221"/>
          </a:xfrm>
          <a:prstGeom prst="rect">
            <a:avLst/>
          </a:prstGeom>
          <a:noFill/>
        </p:spPr>
        <p:txBody>
          <a:bodyPr wrap="none" rtlCol="0">
            <a:spAutoFit/>
          </a:bodyPr>
          <a:lstStyle/>
          <a:p>
            <a:r>
              <a:rPr lang="en-US" sz="1000" dirty="0"/>
              <a:t>who[0,2]</a:t>
            </a:r>
          </a:p>
        </p:txBody>
      </p:sp>
      <p:sp>
        <p:nvSpPr>
          <p:cNvPr id="106" name="TextBox 105">
            <a:extLst>
              <a:ext uri="{FF2B5EF4-FFF2-40B4-BE49-F238E27FC236}">
                <a16:creationId xmlns:a16="http://schemas.microsoft.com/office/drawing/2014/main" id="{D77C9D48-11A2-D973-B01B-9337708CB766}"/>
              </a:ext>
            </a:extLst>
          </p:cNvPr>
          <p:cNvSpPr txBox="1"/>
          <p:nvPr/>
        </p:nvSpPr>
        <p:spPr>
          <a:xfrm>
            <a:off x="1624519" y="4979030"/>
            <a:ext cx="720069" cy="246221"/>
          </a:xfrm>
          <a:prstGeom prst="rect">
            <a:avLst/>
          </a:prstGeom>
          <a:noFill/>
        </p:spPr>
        <p:txBody>
          <a:bodyPr wrap="none" rtlCol="0">
            <a:spAutoFit/>
          </a:bodyPr>
          <a:lstStyle/>
          <a:p>
            <a:r>
              <a:rPr lang="en-US" sz="1000" dirty="0"/>
              <a:t>who[0,19]</a:t>
            </a:r>
          </a:p>
        </p:txBody>
      </p:sp>
      <p:cxnSp>
        <p:nvCxnSpPr>
          <p:cNvPr id="107" name="Straight Arrow Connector 106">
            <a:extLst>
              <a:ext uri="{FF2B5EF4-FFF2-40B4-BE49-F238E27FC236}">
                <a16:creationId xmlns:a16="http://schemas.microsoft.com/office/drawing/2014/main" id="{BF19C4B1-4740-35AD-0C15-DF0C4B58C38B}"/>
              </a:ext>
            </a:extLst>
          </p:cNvPr>
          <p:cNvCxnSpPr>
            <a:cxnSpLocks/>
            <a:stCxn id="33" idx="3"/>
            <a:endCxn id="69" idx="1"/>
          </p:cNvCxnSpPr>
          <p:nvPr/>
        </p:nvCxnSpPr>
        <p:spPr>
          <a:xfrm flipV="1">
            <a:off x="1328056" y="3699949"/>
            <a:ext cx="2010193"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1EE12A7B-9440-50E6-C29F-75DC90DFC1D3}"/>
              </a:ext>
            </a:extLst>
          </p:cNvPr>
          <p:cNvCxnSpPr>
            <a:cxnSpLocks/>
            <a:stCxn id="53" idx="3"/>
            <a:endCxn id="69" idx="1"/>
          </p:cNvCxnSpPr>
          <p:nvPr/>
        </p:nvCxnSpPr>
        <p:spPr>
          <a:xfrm flipV="1">
            <a:off x="1335538" y="3699949"/>
            <a:ext cx="2002711" cy="23544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08A7AF3E-05C1-974F-960D-E4B1A4B599A3}"/>
              </a:ext>
            </a:extLst>
          </p:cNvPr>
          <p:cNvSpPr txBox="1"/>
          <p:nvPr/>
        </p:nvSpPr>
        <p:spPr>
          <a:xfrm>
            <a:off x="2030338" y="5567026"/>
            <a:ext cx="748923" cy="246221"/>
          </a:xfrm>
          <a:prstGeom prst="rect">
            <a:avLst/>
          </a:prstGeom>
          <a:noFill/>
        </p:spPr>
        <p:txBody>
          <a:bodyPr wrap="none" rtlCol="0">
            <a:spAutoFit/>
          </a:bodyPr>
          <a:lstStyle/>
          <a:p>
            <a:r>
              <a:rPr lang="en-US" sz="1000" dirty="0"/>
              <a:t>who[9, 19]</a:t>
            </a:r>
          </a:p>
        </p:txBody>
      </p:sp>
      <p:cxnSp>
        <p:nvCxnSpPr>
          <p:cNvPr id="110" name="Straight Arrow Connector 109">
            <a:extLst>
              <a:ext uri="{FF2B5EF4-FFF2-40B4-BE49-F238E27FC236}">
                <a16:creationId xmlns:a16="http://schemas.microsoft.com/office/drawing/2014/main" id="{31AD721E-CA9D-1B1E-A1FC-1502C3339F03}"/>
              </a:ext>
            </a:extLst>
          </p:cNvPr>
          <p:cNvCxnSpPr>
            <a:cxnSpLocks/>
            <a:stCxn id="27" idx="3"/>
            <a:endCxn id="78" idx="1"/>
          </p:cNvCxnSpPr>
          <p:nvPr/>
        </p:nvCxnSpPr>
        <p:spPr>
          <a:xfrm>
            <a:off x="1328056" y="3699949"/>
            <a:ext cx="2010193"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3337C347-1E4B-A832-CFAB-26356310686E}"/>
              </a:ext>
            </a:extLst>
          </p:cNvPr>
          <p:cNvCxnSpPr>
            <a:cxnSpLocks/>
            <a:stCxn id="33" idx="3"/>
            <a:endCxn id="78" idx="1"/>
          </p:cNvCxnSpPr>
          <p:nvPr/>
        </p:nvCxnSpPr>
        <p:spPr>
          <a:xfrm>
            <a:off x="1328056" y="4301385"/>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548E331C-4778-B819-1720-443AAC04F84E}"/>
              </a:ext>
            </a:extLst>
          </p:cNvPr>
          <p:cNvCxnSpPr>
            <a:cxnSpLocks/>
            <a:stCxn id="53" idx="3"/>
            <a:endCxn id="78" idx="1"/>
          </p:cNvCxnSpPr>
          <p:nvPr/>
        </p:nvCxnSpPr>
        <p:spPr>
          <a:xfrm flipV="1">
            <a:off x="1335538" y="4301385"/>
            <a:ext cx="2002711" cy="17529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81F90327-1C23-9DE9-FEAF-F6FDE715D210}"/>
              </a:ext>
            </a:extLst>
          </p:cNvPr>
          <p:cNvCxnSpPr>
            <a:cxnSpLocks/>
            <a:stCxn id="24" idx="3"/>
            <a:endCxn id="95" idx="1"/>
          </p:cNvCxnSpPr>
          <p:nvPr/>
        </p:nvCxnSpPr>
        <p:spPr>
          <a:xfrm>
            <a:off x="1330779" y="3098513"/>
            <a:ext cx="2014952" cy="2309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429B8ECE-A4A6-9ABB-DF9E-2A143E88899F}"/>
              </a:ext>
            </a:extLst>
          </p:cNvPr>
          <p:cNvCxnSpPr>
            <a:cxnSpLocks/>
            <a:stCxn id="27" idx="3"/>
            <a:endCxn id="95" idx="1"/>
          </p:cNvCxnSpPr>
          <p:nvPr/>
        </p:nvCxnSpPr>
        <p:spPr>
          <a:xfrm>
            <a:off x="1328056" y="3699949"/>
            <a:ext cx="2017675" cy="1708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69760470-5958-BC4C-E911-EBCCD0300B24}"/>
              </a:ext>
            </a:extLst>
          </p:cNvPr>
          <p:cNvCxnSpPr>
            <a:cxnSpLocks/>
            <a:stCxn id="33" idx="3"/>
            <a:endCxn id="95" idx="1"/>
          </p:cNvCxnSpPr>
          <p:nvPr/>
        </p:nvCxnSpPr>
        <p:spPr>
          <a:xfrm>
            <a:off x="1328056" y="4301385"/>
            <a:ext cx="2017675" cy="1106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8" name="Oval 117">
            <a:extLst>
              <a:ext uri="{FF2B5EF4-FFF2-40B4-BE49-F238E27FC236}">
                <a16:creationId xmlns:a16="http://schemas.microsoft.com/office/drawing/2014/main" id="{3EAFB991-C46B-6395-EE6A-4E47568F6AE6}"/>
              </a:ext>
            </a:extLst>
          </p:cNvPr>
          <p:cNvSpPr/>
          <p:nvPr/>
        </p:nvSpPr>
        <p:spPr>
          <a:xfrm>
            <a:off x="742817" y="1976002"/>
            <a:ext cx="489437" cy="482610"/>
          </a:xfrm>
          <a:prstGeom prst="ellipse">
            <a:avLst/>
          </a:prstGeom>
          <a:solidFill>
            <a:schemeClr val="accent4">
              <a:lumMod val="20000"/>
              <a:lumOff val="8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cxnSp>
        <p:nvCxnSpPr>
          <p:cNvPr id="119" name="Straight Arrow Connector 118">
            <a:extLst>
              <a:ext uri="{FF2B5EF4-FFF2-40B4-BE49-F238E27FC236}">
                <a16:creationId xmlns:a16="http://schemas.microsoft.com/office/drawing/2014/main" id="{EC42A77A-AFFC-1A53-75FE-9CAD4AB620B5}"/>
              </a:ext>
            </a:extLst>
          </p:cNvPr>
          <p:cNvCxnSpPr>
            <a:cxnSpLocks/>
            <a:stCxn id="124" idx="3"/>
            <a:endCxn id="65" idx="1"/>
          </p:cNvCxnSpPr>
          <p:nvPr/>
        </p:nvCxnSpPr>
        <p:spPr>
          <a:xfrm>
            <a:off x="1362479" y="2235310"/>
            <a:ext cx="1978493" cy="863203"/>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A47214D7-0D98-28BB-B924-A23F2BE8AC4D}"/>
              </a:ext>
            </a:extLst>
          </p:cNvPr>
          <p:cNvSpPr txBox="1"/>
          <p:nvPr/>
        </p:nvSpPr>
        <p:spPr>
          <a:xfrm rot="1267240">
            <a:off x="1671073" y="2143729"/>
            <a:ext cx="532518" cy="246221"/>
          </a:xfrm>
          <a:prstGeom prst="rect">
            <a:avLst/>
          </a:prstGeom>
          <a:noFill/>
        </p:spPr>
        <p:txBody>
          <a:bodyPr wrap="none" rtlCol="0">
            <a:spAutoFit/>
          </a:bodyPr>
          <a:lstStyle/>
          <a:p>
            <a:r>
              <a:rPr lang="en-US" sz="1000" dirty="0" err="1"/>
              <a:t>bho</a:t>
            </a:r>
            <a:r>
              <a:rPr lang="en-US" sz="1000" dirty="0"/>
              <a:t>[0]</a:t>
            </a:r>
          </a:p>
        </p:txBody>
      </p:sp>
      <p:sp>
        <p:nvSpPr>
          <p:cNvPr id="121" name="TextBox 120">
            <a:extLst>
              <a:ext uri="{FF2B5EF4-FFF2-40B4-BE49-F238E27FC236}">
                <a16:creationId xmlns:a16="http://schemas.microsoft.com/office/drawing/2014/main" id="{736DB5A8-219A-029F-969B-7F2BF518A15B}"/>
              </a:ext>
            </a:extLst>
          </p:cNvPr>
          <p:cNvSpPr txBox="1"/>
          <p:nvPr/>
        </p:nvSpPr>
        <p:spPr>
          <a:xfrm rot="1267240">
            <a:off x="1586081" y="2357679"/>
            <a:ext cx="532518" cy="246221"/>
          </a:xfrm>
          <a:prstGeom prst="rect">
            <a:avLst/>
          </a:prstGeom>
          <a:noFill/>
        </p:spPr>
        <p:txBody>
          <a:bodyPr wrap="none" rtlCol="0">
            <a:spAutoFit/>
          </a:bodyPr>
          <a:lstStyle/>
          <a:p>
            <a:r>
              <a:rPr lang="en-US" sz="1000" dirty="0" err="1"/>
              <a:t>bho</a:t>
            </a:r>
            <a:r>
              <a:rPr lang="en-US" sz="1000" dirty="0"/>
              <a:t>[1]</a:t>
            </a:r>
          </a:p>
        </p:txBody>
      </p:sp>
      <p:sp>
        <p:nvSpPr>
          <p:cNvPr id="122" name="TextBox 121">
            <a:extLst>
              <a:ext uri="{FF2B5EF4-FFF2-40B4-BE49-F238E27FC236}">
                <a16:creationId xmlns:a16="http://schemas.microsoft.com/office/drawing/2014/main" id="{71758694-8C84-EAE5-71D5-558CD388F9F0}"/>
              </a:ext>
            </a:extLst>
          </p:cNvPr>
          <p:cNvSpPr txBox="1"/>
          <p:nvPr/>
        </p:nvSpPr>
        <p:spPr>
          <a:xfrm rot="3730976">
            <a:off x="1396434" y="2680604"/>
            <a:ext cx="532518" cy="246221"/>
          </a:xfrm>
          <a:prstGeom prst="rect">
            <a:avLst/>
          </a:prstGeom>
          <a:noFill/>
        </p:spPr>
        <p:txBody>
          <a:bodyPr wrap="none" rtlCol="0">
            <a:spAutoFit/>
          </a:bodyPr>
          <a:lstStyle/>
          <a:p>
            <a:r>
              <a:rPr lang="en-US" sz="1000" dirty="0" err="1"/>
              <a:t>bho</a:t>
            </a:r>
            <a:r>
              <a:rPr lang="en-US" sz="1000" dirty="0"/>
              <a:t>[9]</a:t>
            </a:r>
          </a:p>
        </p:txBody>
      </p:sp>
      <p:sp>
        <p:nvSpPr>
          <p:cNvPr id="123" name="TextBox 122">
            <a:extLst>
              <a:ext uri="{FF2B5EF4-FFF2-40B4-BE49-F238E27FC236}">
                <a16:creationId xmlns:a16="http://schemas.microsoft.com/office/drawing/2014/main" id="{4BB17F30-9A1D-8C6A-7043-C09CF1AC2473}"/>
              </a:ext>
            </a:extLst>
          </p:cNvPr>
          <p:cNvSpPr txBox="1"/>
          <p:nvPr/>
        </p:nvSpPr>
        <p:spPr>
          <a:xfrm rot="2624062">
            <a:off x="1644699" y="2644900"/>
            <a:ext cx="532518" cy="246221"/>
          </a:xfrm>
          <a:prstGeom prst="rect">
            <a:avLst/>
          </a:prstGeom>
          <a:noFill/>
        </p:spPr>
        <p:txBody>
          <a:bodyPr wrap="none" rtlCol="0">
            <a:spAutoFit/>
          </a:bodyPr>
          <a:lstStyle/>
          <a:p>
            <a:r>
              <a:rPr lang="en-US" sz="1000" dirty="0" err="1"/>
              <a:t>bho</a:t>
            </a:r>
            <a:r>
              <a:rPr lang="en-US" sz="1000" dirty="0"/>
              <a:t>[2]</a:t>
            </a:r>
          </a:p>
        </p:txBody>
      </p:sp>
      <p:sp>
        <p:nvSpPr>
          <p:cNvPr id="124" name="TextBox 123">
            <a:extLst>
              <a:ext uri="{FF2B5EF4-FFF2-40B4-BE49-F238E27FC236}">
                <a16:creationId xmlns:a16="http://schemas.microsoft.com/office/drawing/2014/main" id="{99E5078B-33B7-DBC9-66A5-AF4D2FC918E9}"/>
              </a:ext>
            </a:extLst>
          </p:cNvPr>
          <p:cNvSpPr txBox="1"/>
          <p:nvPr/>
        </p:nvSpPr>
        <p:spPr>
          <a:xfrm>
            <a:off x="709336" y="2112199"/>
            <a:ext cx="653143" cy="246221"/>
          </a:xfrm>
          <a:prstGeom prst="rect">
            <a:avLst/>
          </a:prstGeom>
          <a:noFill/>
        </p:spPr>
        <p:txBody>
          <a:bodyPr wrap="square" rtlCol="0">
            <a:spAutoFit/>
          </a:bodyPr>
          <a:lstStyle/>
          <a:p>
            <a:r>
              <a:rPr lang="en-US" sz="1000" dirty="0"/>
              <a:t>bias = 1</a:t>
            </a:r>
          </a:p>
        </p:txBody>
      </p:sp>
      <p:cxnSp>
        <p:nvCxnSpPr>
          <p:cNvPr id="125" name="Straight Arrow Connector 124">
            <a:extLst>
              <a:ext uri="{FF2B5EF4-FFF2-40B4-BE49-F238E27FC236}">
                <a16:creationId xmlns:a16="http://schemas.microsoft.com/office/drawing/2014/main" id="{22210B60-A350-9E76-1D7A-B4FD047BEEB1}"/>
              </a:ext>
            </a:extLst>
          </p:cNvPr>
          <p:cNvCxnSpPr>
            <a:cxnSpLocks/>
            <a:stCxn id="124" idx="3"/>
            <a:endCxn id="69" idx="1"/>
          </p:cNvCxnSpPr>
          <p:nvPr/>
        </p:nvCxnSpPr>
        <p:spPr>
          <a:xfrm>
            <a:off x="1362479" y="2235310"/>
            <a:ext cx="1975770" cy="1464639"/>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8CEF8962-F575-02AF-F4A6-2C6FE08253F8}"/>
              </a:ext>
            </a:extLst>
          </p:cNvPr>
          <p:cNvPicPr>
            <a:picLocks noChangeAspect="1"/>
          </p:cNvPicPr>
          <p:nvPr/>
        </p:nvPicPr>
        <p:blipFill>
          <a:blip r:embed="rId2"/>
          <a:stretch>
            <a:fillRect/>
          </a:stretch>
        </p:blipFill>
        <p:spPr>
          <a:xfrm>
            <a:off x="7331186" y="4118"/>
            <a:ext cx="4867344" cy="833848"/>
          </a:xfrm>
          <a:prstGeom prst="rect">
            <a:avLst/>
          </a:prstGeom>
        </p:spPr>
      </p:pic>
      <p:cxnSp>
        <p:nvCxnSpPr>
          <p:cNvPr id="130" name="Straight Arrow Connector 129">
            <a:extLst>
              <a:ext uri="{FF2B5EF4-FFF2-40B4-BE49-F238E27FC236}">
                <a16:creationId xmlns:a16="http://schemas.microsoft.com/office/drawing/2014/main" id="{E57630C8-405D-D125-1833-CDDC28471AD4}"/>
              </a:ext>
            </a:extLst>
          </p:cNvPr>
          <p:cNvCxnSpPr/>
          <p:nvPr/>
        </p:nvCxnSpPr>
        <p:spPr>
          <a:xfrm flipH="1">
            <a:off x="1361914" y="1524469"/>
            <a:ext cx="194929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9746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6E7DAFEA-1F6F-48E3-BB1D-F57715ECA072}"/>
              </a:ext>
            </a:extLst>
          </p:cNvPr>
          <p:cNvSpPr txBox="1">
            <a:spLocks/>
          </p:cNvSpPr>
          <p:nvPr/>
        </p:nvSpPr>
        <p:spPr>
          <a:xfrm>
            <a:off x="457198" y="1019452"/>
            <a:ext cx="10497313" cy="7366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mbria" panose="02040503050406030204" pitchFamily="18" charset="0"/>
              <a:cs typeface="Calibri" panose="020F0502020204030204" pitchFamily="34" charset="0"/>
            </a:endParaRPr>
          </a:p>
        </p:txBody>
      </p:sp>
      <p:sp>
        <p:nvSpPr>
          <p:cNvPr id="116" name="TextBox 115">
            <a:extLst>
              <a:ext uri="{FF2B5EF4-FFF2-40B4-BE49-F238E27FC236}">
                <a16:creationId xmlns:a16="http://schemas.microsoft.com/office/drawing/2014/main" id="{62F9DDA2-C9A2-8F5D-6926-77778ACF8611}"/>
              </a:ext>
            </a:extLst>
          </p:cNvPr>
          <p:cNvSpPr txBox="1"/>
          <p:nvPr/>
        </p:nvSpPr>
        <p:spPr>
          <a:xfrm>
            <a:off x="4598557" y="2628781"/>
            <a:ext cx="6992309" cy="2051331"/>
          </a:xfrm>
          <a:prstGeom prst="rect">
            <a:avLst/>
          </a:prstGeom>
          <a:noFill/>
        </p:spPr>
        <p:txBody>
          <a:bodyPr wrap="square">
            <a:spAutoFit/>
          </a:bodyPr>
          <a:lstStyle/>
          <a:p>
            <a:pPr marR="0" lvl="0" algn="just" defTabSz="541338" rtl="0" eaLnBrk="1" fontAlgn="auto" latinLnBrk="0" hangingPunct="1">
              <a:lnSpc>
                <a:spcPct val="120000"/>
              </a:lnSpc>
              <a:spcBef>
                <a:spcPts val="0"/>
              </a:spcBef>
              <a:spcAft>
                <a:spcPts val="0"/>
              </a:spcAft>
              <a:buClrTx/>
              <a:buSzTx/>
              <a:tabLst/>
              <a:defRPr/>
            </a:pPr>
            <a:r>
              <a:rPr lang="en-US" sz="2200" b="1" dirty="0">
                <a:latin typeface="Times New Roman" panose="02020603050405020304" pitchFamily="18" charset="0"/>
                <a:cs typeface="Times New Roman" panose="02020603050405020304" pitchFamily="18" charset="0"/>
              </a:rPr>
              <a:t>How to update </a:t>
            </a:r>
            <a:r>
              <a:rPr lang="en-US" sz="2200" b="1" dirty="0" err="1">
                <a:latin typeface="Times New Roman" panose="02020603050405020304" pitchFamily="18" charset="0"/>
                <a:cs typeface="Times New Roman" panose="02020603050405020304" pitchFamily="18" charset="0"/>
              </a:rPr>
              <a:t>b_i_h</a:t>
            </a:r>
            <a:r>
              <a:rPr lang="en-US" sz="2200" b="1" dirty="0">
                <a:latin typeface="Times New Roman" panose="02020603050405020304" pitchFamily="18" charset="0"/>
                <a:cs typeface="Times New Roman" panose="02020603050405020304" pitchFamily="18" charset="0"/>
              </a:rPr>
              <a:t> and </a:t>
            </a:r>
            <a:r>
              <a:rPr lang="en-US" sz="2200" b="1" dirty="0" err="1">
                <a:latin typeface="Times New Roman" panose="02020603050405020304" pitchFamily="18" charset="0"/>
                <a:cs typeface="Times New Roman" panose="02020603050405020304" pitchFamily="18" charset="0"/>
              </a:rPr>
              <a:t>w_i_h</a:t>
            </a:r>
            <a:r>
              <a:rPr lang="en-US" sz="2200" b="1" dirty="0">
                <a:latin typeface="Times New Roman" panose="02020603050405020304" pitchFamily="18" charset="0"/>
                <a:cs typeface="Times New Roman" panose="02020603050405020304" pitchFamily="18" charset="0"/>
              </a:rPr>
              <a:t> after a training epoch:</a:t>
            </a:r>
          </a:p>
          <a:p>
            <a:pPr marR="0" lvl="0" algn="just" defTabSz="541338" rtl="0" eaLnBrk="1" fontAlgn="auto" latinLnBrk="0" hangingPunct="1">
              <a:lnSpc>
                <a:spcPct val="120000"/>
              </a:lnSpc>
              <a:spcBef>
                <a:spcPts val="0"/>
              </a:spcBef>
              <a:spcAft>
                <a:spcPts val="0"/>
              </a:spcAft>
              <a:buClrTx/>
              <a:buSzTx/>
              <a:tabLst/>
              <a:defRPr/>
            </a:pPr>
            <a:endParaRPr lang="en-US" sz="2200" dirty="0">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sz="2200" dirty="0" err="1">
                <a:latin typeface="Times New Roman" panose="02020603050405020304" pitchFamily="18" charset="0"/>
                <a:cs typeface="Times New Roman" panose="02020603050405020304" pitchFamily="18" charset="0"/>
              </a:rPr>
              <a:t>delta_h</a:t>
            </a:r>
            <a:r>
              <a:rPr lang="en-US" sz="2200" dirty="0">
                <a:latin typeface="Times New Roman" panose="02020603050405020304" pitchFamily="18" charset="0"/>
                <a:cs typeface="Times New Roman" panose="02020603050405020304" pitchFamily="18" charset="0"/>
              </a:rPr>
              <a:t>  = </a:t>
            </a:r>
            <a:r>
              <a:rPr lang="en-US" sz="2200" dirty="0" err="1">
                <a:latin typeface="Times New Roman" panose="02020603050405020304" pitchFamily="18" charset="0"/>
                <a:cs typeface="Times New Roman" panose="02020603050405020304" pitchFamily="18" charset="0"/>
              </a:rPr>
              <a:t>np.transpose</a:t>
            </a:r>
            <a:r>
              <a:rPr lang="en-US" sz="2200" dirty="0">
                <a:latin typeface="Times New Roman" panose="02020603050405020304" pitchFamily="18" charset="0"/>
                <a:cs typeface="Times New Roman" panose="02020603050405020304" pitchFamily="18" charset="0"/>
              </a:rPr>
              <a:t>(</a:t>
            </a:r>
            <a:r>
              <a:rPr lang="en-US" sz="2200" dirty="0" err="1">
                <a:latin typeface="Times New Roman" panose="02020603050405020304" pitchFamily="18" charset="0"/>
                <a:cs typeface="Times New Roman" panose="02020603050405020304" pitchFamily="18" charset="0"/>
              </a:rPr>
              <a:t>w_h_o</a:t>
            </a:r>
            <a:r>
              <a:rPr lang="en-US" sz="2200" dirty="0">
                <a:latin typeface="Times New Roman" panose="02020603050405020304" pitchFamily="18" charset="0"/>
                <a:cs typeface="Times New Roman" panose="02020603050405020304" pitchFamily="18" charset="0"/>
              </a:rPr>
              <a:t>) @ </a:t>
            </a:r>
            <a:r>
              <a:rPr lang="en-US" sz="2200" dirty="0" err="1">
                <a:latin typeface="Times New Roman" panose="02020603050405020304" pitchFamily="18" charset="0"/>
                <a:cs typeface="Times New Roman" panose="02020603050405020304" pitchFamily="18" charset="0"/>
              </a:rPr>
              <a:t>delta_o</a:t>
            </a:r>
            <a:r>
              <a:rPr lang="en-US" sz="2200" dirty="0">
                <a:latin typeface="Times New Roman" panose="02020603050405020304" pitchFamily="18" charset="0"/>
                <a:cs typeface="Times New Roman" panose="02020603050405020304" pitchFamily="18" charset="0"/>
              </a:rPr>
              <a:t> * (h * (1 – h))</a:t>
            </a:r>
          </a:p>
          <a:p>
            <a:pPr algn="just" defTabSz="541338">
              <a:lnSpc>
                <a:spcPct val="120000"/>
              </a:lnSpc>
              <a:defRPr/>
            </a:pPr>
            <a:r>
              <a:rPr lang="en-US" sz="2000" dirty="0" err="1">
                <a:latin typeface="Times New Roman" panose="02020603050405020304" pitchFamily="18" charset="0"/>
                <a:cs typeface="Times New Roman" panose="02020603050405020304" pitchFamily="18" charset="0"/>
              </a:rPr>
              <a:t>b_i_h</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learn_rate</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delta_h</a:t>
            </a:r>
            <a:endParaRPr lang="en-US" sz="2000" dirty="0">
              <a:latin typeface="Times New Roman" panose="02020603050405020304" pitchFamily="18" charset="0"/>
              <a:cs typeface="Times New Roman" panose="02020603050405020304" pitchFamily="18" charset="0"/>
            </a:endParaRPr>
          </a:p>
          <a:p>
            <a:pPr marR="0" lvl="0" algn="just" defTabSz="541338" rtl="0" eaLnBrk="1" fontAlgn="auto" latinLnBrk="0" hangingPunct="1">
              <a:lnSpc>
                <a:spcPct val="120000"/>
              </a:lnSpc>
              <a:spcBef>
                <a:spcPts val="0"/>
              </a:spcBef>
              <a:spcAft>
                <a:spcPts val="0"/>
              </a:spcAft>
              <a:buClrTx/>
              <a:buSzTx/>
              <a:tabLst/>
              <a:defRPr/>
            </a:pPr>
            <a:r>
              <a:rPr lang="en-US" sz="2200" dirty="0" err="1">
                <a:latin typeface="Times New Roman" panose="02020603050405020304" pitchFamily="18" charset="0"/>
                <a:cs typeface="Times New Roman" panose="02020603050405020304" pitchFamily="18" charset="0"/>
              </a:rPr>
              <a:t>w_i_h</a:t>
            </a:r>
            <a:r>
              <a:rPr lang="en-US" sz="2200" dirty="0">
                <a:latin typeface="Times New Roman" panose="02020603050405020304" pitchFamily="18" charset="0"/>
                <a:cs typeface="Times New Roman" panose="02020603050405020304" pitchFamily="18" charset="0"/>
              </a:rPr>
              <a:t>  += -</a:t>
            </a:r>
            <a:r>
              <a:rPr lang="en-US" sz="2200" dirty="0" err="1">
                <a:latin typeface="Times New Roman" panose="02020603050405020304" pitchFamily="18" charset="0"/>
                <a:cs typeface="Times New Roman" panose="02020603050405020304" pitchFamily="18" charset="0"/>
              </a:rPr>
              <a:t>learn_rate</a:t>
            </a:r>
            <a:r>
              <a:rPr lang="en-US" sz="2200" dirty="0">
                <a:latin typeface="Times New Roman" panose="02020603050405020304" pitchFamily="18" charset="0"/>
                <a:cs typeface="Times New Roman" panose="02020603050405020304" pitchFamily="18" charset="0"/>
              </a:rPr>
              <a:t> + </a:t>
            </a:r>
            <a:r>
              <a:rPr lang="en-US" sz="2200" dirty="0" err="1">
                <a:latin typeface="Times New Roman" panose="02020603050405020304" pitchFamily="18" charset="0"/>
                <a:cs typeface="Times New Roman" panose="02020603050405020304" pitchFamily="18" charset="0"/>
              </a:rPr>
              <a:t>delta_h</a:t>
            </a:r>
            <a:r>
              <a:rPr lang="en-US" sz="2200" dirty="0">
                <a:latin typeface="Times New Roman" panose="02020603050405020304" pitchFamily="18" charset="0"/>
                <a:cs typeface="Times New Roman" panose="02020603050405020304" pitchFamily="18" charset="0"/>
              </a:rPr>
              <a:t> @ </a:t>
            </a:r>
            <a:r>
              <a:rPr lang="en-US" sz="2200" dirty="0" err="1">
                <a:latin typeface="Times New Roman" panose="02020603050405020304" pitchFamily="18" charset="0"/>
                <a:cs typeface="Times New Roman" panose="02020603050405020304" pitchFamily="18" charset="0"/>
              </a:rPr>
              <a:t>np.transpose</a:t>
            </a:r>
            <a:r>
              <a:rPr lang="en-US" sz="2200" dirty="0">
                <a:latin typeface="Times New Roman" panose="02020603050405020304" pitchFamily="18" charset="0"/>
                <a:cs typeface="Times New Roman" panose="02020603050405020304" pitchFamily="18" charset="0"/>
              </a:rPr>
              <a:t>(img)</a:t>
            </a:r>
          </a:p>
        </p:txBody>
      </p:sp>
      <p:sp>
        <p:nvSpPr>
          <p:cNvPr id="102" name="Content Placeholder 2">
            <a:extLst>
              <a:ext uri="{FF2B5EF4-FFF2-40B4-BE49-F238E27FC236}">
                <a16:creationId xmlns:a16="http://schemas.microsoft.com/office/drawing/2014/main" id="{6DE0B3F2-F196-F800-E11D-95C0720B57E1}"/>
              </a:ext>
            </a:extLst>
          </p:cNvPr>
          <p:cNvSpPr>
            <a:spLocks noGrp="1"/>
          </p:cNvSpPr>
          <p:nvPr>
            <p:ph idx="1"/>
          </p:nvPr>
        </p:nvSpPr>
        <p:spPr>
          <a:xfrm>
            <a:off x="525183" y="303658"/>
            <a:ext cx="10875066" cy="638502"/>
          </a:xfrm>
        </p:spPr>
        <p:txBody>
          <a:bodyPr>
            <a:noAutofit/>
          </a:bodyPr>
          <a:lstStyle/>
          <a:p>
            <a:pPr marL="0" indent="0">
              <a:buNone/>
            </a:pP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rPr>
              <a:t>Backward Prop: Input </a:t>
            </a: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sym typeface="Wingdings" panose="05000000000000000000" pitchFamily="2" charset="2"/>
              </a:rPr>
              <a:t> Hidden</a:t>
            </a:r>
            <a:endPar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endParaRPr>
          </a:p>
        </p:txBody>
      </p:sp>
      <p:pic>
        <p:nvPicPr>
          <p:cNvPr id="4" name="Picture 3">
            <a:extLst>
              <a:ext uri="{FF2B5EF4-FFF2-40B4-BE49-F238E27FC236}">
                <a16:creationId xmlns:a16="http://schemas.microsoft.com/office/drawing/2014/main" id="{585D41DC-8B1F-4749-0769-433F3C1DACF1}"/>
              </a:ext>
            </a:extLst>
          </p:cNvPr>
          <p:cNvPicPr>
            <a:picLocks noChangeAspect="1"/>
          </p:cNvPicPr>
          <p:nvPr/>
        </p:nvPicPr>
        <p:blipFill>
          <a:blip r:embed="rId2"/>
          <a:stretch>
            <a:fillRect/>
          </a:stretch>
        </p:blipFill>
        <p:spPr>
          <a:xfrm>
            <a:off x="7368363" y="2379"/>
            <a:ext cx="4822587" cy="767640"/>
          </a:xfrm>
          <a:prstGeom prst="rect">
            <a:avLst/>
          </a:prstGeom>
        </p:spPr>
      </p:pic>
      <p:grpSp>
        <p:nvGrpSpPr>
          <p:cNvPr id="2" name="Group 1">
            <a:extLst>
              <a:ext uri="{FF2B5EF4-FFF2-40B4-BE49-F238E27FC236}">
                <a16:creationId xmlns:a16="http://schemas.microsoft.com/office/drawing/2014/main" id="{985119B9-2F6A-FE88-0862-BF50BC8348C0}"/>
              </a:ext>
            </a:extLst>
          </p:cNvPr>
          <p:cNvGrpSpPr/>
          <p:nvPr/>
        </p:nvGrpSpPr>
        <p:grpSpPr>
          <a:xfrm>
            <a:off x="677636" y="2738008"/>
            <a:ext cx="653143" cy="482610"/>
            <a:chOff x="685799" y="1273461"/>
            <a:chExt cx="653143" cy="482610"/>
          </a:xfrm>
        </p:grpSpPr>
        <p:sp>
          <p:nvSpPr>
            <p:cNvPr id="3" name="Oval 2">
              <a:extLst>
                <a:ext uri="{FF2B5EF4-FFF2-40B4-BE49-F238E27FC236}">
                  <a16:creationId xmlns:a16="http://schemas.microsoft.com/office/drawing/2014/main" id="{7AD885E8-C968-2EB4-602D-C7752EC192C8}"/>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5" name="TextBox 4">
              <a:extLst>
                <a:ext uri="{FF2B5EF4-FFF2-40B4-BE49-F238E27FC236}">
                  <a16:creationId xmlns:a16="http://schemas.microsoft.com/office/drawing/2014/main" id="{BCA72028-F3C5-B1D7-B04B-740BEC79F8BD}"/>
                </a:ext>
              </a:extLst>
            </p:cNvPr>
            <p:cNvSpPr txBox="1"/>
            <p:nvPr/>
          </p:nvSpPr>
          <p:spPr>
            <a:xfrm>
              <a:off x="685799" y="1387762"/>
              <a:ext cx="653143" cy="246221"/>
            </a:xfrm>
            <a:prstGeom prst="rect">
              <a:avLst/>
            </a:prstGeom>
            <a:noFill/>
          </p:spPr>
          <p:txBody>
            <a:bodyPr wrap="square" rtlCol="0">
              <a:spAutoFit/>
            </a:bodyPr>
            <a:lstStyle/>
            <a:p>
              <a:r>
                <a:rPr lang="en-US" sz="1000" dirty="0"/>
                <a:t>img[0]</a:t>
              </a:r>
            </a:p>
          </p:txBody>
        </p:sp>
      </p:grpSp>
      <p:grpSp>
        <p:nvGrpSpPr>
          <p:cNvPr id="6" name="Group 5">
            <a:extLst>
              <a:ext uri="{FF2B5EF4-FFF2-40B4-BE49-F238E27FC236}">
                <a16:creationId xmlns:a16="http://schemas.microsoft.com/office/drawing/2014/main" id="{94CAE67A-9474-0D96-E5DC-83E10C22E62B}"/>
              </a:ext>
            </a:extLst>
          </p:cNvPr>
          <p:cNvGrpSpPr/>
          <p:nvPr/>
        </p:nvGrpSpPr>
        <p:grpSpPr>
          <a:xfrm>
            <a:off x="674913" y="3339444"/>
            <a:ext cx="653143" cy="482610"/>
            <a:chOff x="685799" y="1273461"/>
            <a:chExt cx="653143" cy="482610"/>
          </a:xfrm>
        </p:grpSpPr>
        <p:sp>
          <p:nvSpPr>
            <p:cNvPr id="7" name="Oval 6">
              <a:extLst>
                <a:ext uri="{FF2B5EF4-FFF2-40B4-BE49-F238E27FC236}">
                  <a16:creationId xmlns:a16="http://schemas.microsoft.com/office/drawing/2014/main" id="{25975A9C-B3D6-769A-6397-C428339F919B}"/>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8" name="TextBox 7">
              <a:extLst>
                <a:ext uri="{FF2B5EF4-FFF2-40B4-BE49-F238E27FC236}">
                  <a16:creationId xmlns:a16="http://schemas.microsoft.com/office/drawing/2014/main" id="{2513F961-2F65-C5B8-B483-46B2725F9541}"/>
                </a:ext>
              </a:extLst>
            </p:cNvPr>
            <p:cNvSpPr txBox="1"/>
            <p:nvPr/>
          </p:nvSpPr>
          <p:spPr>
            <a:xfrm>
              <a:off x="685799" y="1387762"/>
              <a:ext cx="653143" cy="246221"/>
            </a:xfrm>
            <a:prstGeom prst="rect">
              <a:avLst/>
            </a:prstGeom>
            <a:noFill/>
          </p:spPr>
          <p:txBody>
            <a:bodyPr wrap="square" rtlCol="0">
              <a:spAutoFit/>
            </a:bodyPr>
            <a:lstStyle/>
            <a:p>
              <a:r>
                <a:rPr lang="en-US" sz="1000" dirty="0"/>
                <a:t>img[1]</a:t>
              </a:r>
            </a:p>
          </p:txBody>
        </p:sp>
      </p:grpSp>
      <p:grpSp>
        <p:nvGrpSpPr>
          <p:cNvPr id="9" name="Group 8">
            <a:extLst>
              <a:ext uri="{FF2B5EF4-FFF2-40B4-BE49-F238E27FC236}">
                <a16:creationId xmlns:a16="http://schemas.microsoft.com/office/drawing/2014/main" id="{9CA6CD69-5686-06F7-BA04-CD8F6D95D511}"/>
              </a:ext>
            </a:extLst>
          </p:cNvPr>
          <p:cNvGrpSpPr/>
          <p:nvPr/>
        </p:nvGrpSpPr>
        <p:grpSpPr>
          <a:xfrm>
            <a:off x="674913" y="3940880"/>
            <a:ext cx="653143" cy="482610"/>
            <a:chOff x="685799" y="1273461"/>
            <a:chExt cx="653143" cy="482610"/>
          </a:xfrm>
        </p:grpSpPr>
        <p:sp>
          <p:nvSpPr>
            <p:cNvPr id="10" name="Oval 9">
              <a:extLst>
                <a:ext uri="{FF2B5EF4-FFF2-40B4-BE49-F238E27FC236}">
                  <a16:creationId xmlns:a16="http://schemas.microsoft.com/office/drawing/2014/main" id="{1C52D9F4-D5DC-6F73-D2B9-638D7E132E65}"/>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1" name="TextBox 10">
              <a:extLst>
                <a:ext uri="{FF2B5EF4-FFF2-40B4-BE49-F238E27FC236}">
                  <a16:creationId xmlns:a16="http://schemas.microsoft.com/office/drawing/2014/main" id="{28B6060F-6099-4C4F-B47E-B86DC4AB4140}"/>
                </a:ext>
              </a:extLst>
            </p:cNvPr>
            <p:cNvSpPr txBox="1"/>
            <p:nvPr/>
          </p:nvSpPr>
          <p:spPr>
            <a:xfrm>
              <a:off x="685799" y="1387762"/>
              <a:ext cx="653143" cy="246221"/>
            </a:xfrm>
            <a:prstGeom prst="rect">
              <a:avLst/>
            </a:prstGeom>
            <a:noFill/>
          </p:spPr>
          <p:txBody>
            <a:bodyPr wrap="square" rtlCol="0">
              <a:spAutoFit/>
            </a:bodyPr>
            <a:lstStyle/>
            <a:p>
              <a:r>
                <a:rPr lang="en-US" sz="1000" dirty="0"/>
                <a:t>img[2]</a:t>
              </a:r>
            </a:p>
          </p:txBody>
        </p:sp>
      </p:grpSp>
      <p:grpSp>
        <p:nvGrpSpPr>
          <p:cNvPr id="12" name="Group 11">
            <a:extLst>
              <a:ext uri="{FF2B5EF4-FFF2-40B4-BE49-F238E27FC236}">
                <a16:creationId xmlns:a16="http://schemas.microsoft.com/office/drawing/2014/main" id="{56A9E025-A37C-B6E1-1273-3FEA746F54FC}"/>
              </a:ext>
            </a:extLst>
          </p:cNvPr>
          <p:cNvGrpSpPr/>
          <p:nvPr/>
        </p:nvGrpSpPr>
        <p:grpSpPr>
          <a:xfrm>
            <a:off x="682395" y="4534529"/>
            <a:ext cx="653143" cy="482610"/>
            <a:chOff x="685799" y="1273461"/>
            <a:chExt cx="653143" cy="482610"/>
          </a:xfrm>
        </p:grpSpPr>
        <p:sp>
          <p:nvSpPr>
            <p:cNvPr id="13" name="Oval 12">
              <a:extLst>
                <a:ext uri="{FF2B5EF4-FFF2-40B4-BE49-F238E27FC236}">
                  <a16:creationId xmlns:a16="http://schemas.microsoft.com/office/drawing/2014/main" id="{FA388367-8D1A-7D39-3D20-DB19F242E662}"/>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4" name="TextBox 13">
              <a:extLst>
                <a:ext uri="{FF2B5EF4-FFF2-40B4-BE49-F238E27FC236}">
                  <a16:creationId xmlns:a16="http://schemas.microsoft.com/office/drawing/2014/main" id="{AB0E9BCA-697B-26C5-DE72-C87CAEA7BB1C}"/>
                </a:ext>
              </a:extLst>
            </p:cNvPr>
            <p:cNvSpPr txBox="1"/>
            <p:nvPr/>
          </p:nvSpPr>
          <p:spPr>
            <a:xfrm>
              <a:off x="685799" y="1387762"/>
              <a:ext cx="653143" cy="246221"/>
            </a:xfrm>
            <a:prstGeom prst="rect">
              <a:avLst/>
            </a:prstGeom>
            <a:noFill/>
          </p:spPr>
          <p:txBody>
            <a:bodyPr wrap="square" rtlCol="0">
              <a:spAutoFit/>
            </a:bodyPr>
            <a:lstStyle/>
            <a:p>
              <a:r>
                <a:rPr lang="en-US" sz="1000" dirty="0"/>
                <a:t>img[3]</a:t>
              </a:r>
            </a:p>
          </p:txBody>
        </p:sp>
      </p:grpSp>
      <p:grpSp>
        <p:nvGrpSpPr>
          <p:cNvPr id="15" name="Group 14">
            <a:extLst>
              <a:ext uri="{FF2B5EF4-FFF2-40B4-BE49-F238E27FC236}">
                <a16:creationId xmlns:a16="http://schemas.microsoft.com/office/drawing/2014/main" id="{B9898399-0B1B-E7DB-17F4-4D4163531034}"/>
              </a:ext>
            </a:extLst>
          </p:cNvPr>
          <p:cNvGrpSpPr/>
          <p:nvPr/>
        </p:nvGrpSpPr>
        <p:grpSpPr>
          <a:xfrm>
            <a:off x="682395" y="6169375"/>
            <a:ext cx="653143" cy="482610"/>
            <a:chOff x="685799" y="1273461"/>
            <a:chExt cx="653143" cy="482610"/>
          </a:xfrm>
        </p:grpSpPr>
        <p:sp>
          <p:nvSpPr>
            <p:cNvPr id="16" name="Oval 15">
              <a:extLst>
                <a:ext uri="{FF2B5EF4-FFF2-40B4-BE49-F238E27FC236}">
                  <a16:creationId xmlns:a16="http://schemas.microsoft.com/office/drawing/2014/main" id="{9AF40A63-342C-5036-D6C1-A5CEB2D5512D}"/>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7" name="TextBox 16">
              <a:extLst>
                <a:ext uri="{FF2B5EF4-FFF2-40B4-BE49-F238E27FC236}">
                  <a16:creationId xmlns:a16="http://schemas.microsoft.com/office/drawing/2014/main" id="{F3B71F72-2728-ACF2-8B49-D27BD76018AD}"/>
                </a:ext>
              </a:extLst>
            </p:cNvPr>
            <p:cNvSpPr txBox="1"/>
            <p:nvPr/>
          </p:nvSpPr>
          <p:spPr>
            <a:xfrm>
              <a:off x="685799" y="1387762"/>
              <a:ext cx="653143" cy="246221"/>
            </a:xfrm>
            <a:prstGeom prst="rect">
              <a:avLst/>
            </a:prstGeom>
            <a:noFill/>
          </p:spPr>
          <p:txBody>
            <a:bodyPr wrap="square" rtlCol="0">
              <a:spAutoFit/>
            </a:bodyPr>
            <a:lstStyle/>
            <a:p>
              <a:r>
                <a:rPr lang="en-US" sz="1000" dirty="0"/>
                <a:t>img[783]</a:t>
              </a:r>
            </a:p>
          </p:txBody>
        </p:sp>
      </p:grpSp>
      <p:grpSp>
        <p:nvGrpSpPr>
          <p:cNvPr id="19" name="Group 18">
            <a:extLst>
              <a:ext uri="{FF2B5EF4-FFF2-40B4-BE49-F238E27FC236}">
                <a16:creationId xmlns:a16="http://schemas.microsoft.com/office/drawing/2014/main" id="{55B97BEA-F2D0-974B-DD58-DFFAA183B897}"/>
              </a:ext>
            </a:extLst>
          </p:cNvPr>
          <p:cNvGrpSpPr/>
          <p:nvPr/>
        </p:nvGrpSpPr>
        <p:grpSpPr>
          <a:xfrm>
            <a:off x="3340972" y="2738008"/>
            <a:ext cx="653143" cy="482610"/>
            <a:chOff x="685799" y="1273461"/>
            <a:chExt cx="653143" cy="482610"/>
          </a:xfrm>
        </p:grpSpPr>
        <p:sp>
          <p:nvSpPr>
            <p:cNvPr id="20" name="Oval 19">
              <a:extLst>
                <a:ext uri="{FF2B5EF4-FFF2-40B4-BE49-F238E27FC236}">
                  <a16:creationId xmlns:a16="http://schemas.microsoft.com/office/drawing/2014/main" id="{DDFB97D1-5579-D049-EDEF-1BD7CD634FE7}"/>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1" name="TextBox 20">
              <a:extLst>
                <a:ext uri="{FF2B5EF4-FFF2-40B4-BE49-F238E27FC236}">
                  <a16:creationId xmlns:a16="http://schemas.microsoft.com/office/drawing/2014/main" id="{7FF9200E-3A9D-4896-350D-4A8B3013CFC8}"/>
                </a:ext>
              </a:extLst>
            </p:cNvPr>
            <p:cNvSpPr txBox="1"/>
            <p:nvPr/>
          </p:nvSpPr>
          <p:spPr>
            <a:xfrm>
              <a:off x="685799" y="1387762"/>
              <a:ext cx="653143" cy="246221"/>
            </a:xfrm>
            <a:prstGeom prst="rect">
              <a:avLst/>
            </a:prstGeom>
            <a:noFill/>
          </p:spPr>
          <p:txBody>
            <a:bodyPr wrap="square" rtlCol="0">
              <a:spAutoFit/>
            </a:bodyPr>
            <a:lstStyle/>
            <a:p>
              <a:r>
                <a:rPr lang="en-US" sz="1000" dirty="0"/>
                <a:t>   h[0]</a:t>
              </a:r>
            </a:p>
          </p:txBody>
        </p:sp>
      </p:grpSp>
      <p:grpSp>
        <p:nvGrpSpPr>
          <p:cNvPr id="22" name="Group 21">
            <a:extLst>
              <a:ext uri="{FF2B5EF4-FFF2-40B4-BE49-F238E27FC236}">
                <a16:creationId xmlns:a16="http://schemas.microsoft.com/office/drawing/2014/main" id="{5E227E91-E575-ED30-2224-B66135E6D495}"/>
              </a:ext>
            </a:extLst>
          </p:cNvPr>
          <p:cNvGrpSpPr/>
          <p:nvPr/>
        </p:nvGrpSpPr>
        <p:grpSpPr>
          <a:xfrm>
            <a:off x="3338249" y="3339444"/>
            <a:ext cx="653143" cy="482610"/>
            <a:chOff x="685799" y="1273461"/>
            <a:chExt cx="653143" cy="482610"/>
          </a:xfrm>
        </p:grpSpPr>
        <p:sp>
          <p:nvSpPr>
            <p:cNvPr id="23" name="Oval 22">
              <a:extLst>
                <a:ext uri="{FF2B5EF4-FFF2-40B4-BE49-F238E27FC236}">
                  <a16:creationId xmlns:a16="http://schemas.microsoft.com/office/drawing/2014/main" id="{94403519-ABB3-FFE2-835D-09F4B96FE1B7}"/>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4" name="TextBox 23">
              <a:extLst>
                <a:ext uri="{FF2B5EF4-FFF2-40B4-BE49-F238E27FC236}">
                  <a16:creationId xmlns:a16="http://schemas.microsoft.com/office/drawing/2014/main" id="{9ABBC09B-212D-8F75-EEA4-23448BAF97E7}"/>
                </a:ext>
              </a:extLst>
            </p:cNvPr>
            <p:cNvSpPr txBox="1"/>
            <p:nvPr/>
          </p:nvSpPr>
          <p:spPr>
            <a:xfrm>
              <a:off x="685799" y="1387762"/>
              <a:ext cx="653143" cy="246221"/>
            </a:xfrm>
            <a:prstGeom prst="rect">
              <a:avLst/>
            </a:prstGeom>
            <a:noFill/>
          </p:spPr>
          <p:txBody>
            <a:bodyPr wrap="square" rtlCol="0">
              <a:spAutoFit/>
            </a:bodyPr>
            <a:lstStyle/>
            <a:p>
              <a:r>
                <a:rPr lang="en-US" sz="1000" dirty="0"/>
                <a:t>   h[1]</a:t>
              </a:r>
            </a:p>
          </p:txBody>
        </p:sp>
      </p:grpSp>
      <p:grpSp>
        <p:nvGrpSpPr>
          <p:cNvPr id="25" name="Group 24">
            <a:extLst>
              <a:ext uri="{FF2B5EF4-FFF2-40B4-BE49-F238E27FC236}">
                <a16:creationId xmlns:a16="http://schemas.microsoft.com/office/drawing/2014/main" id="{8B7CB6F7-03DB-E217-91AB-4827D2B0D75D}"/>
              </a:ext>
            </a:extLst>
          </p:cNvPr>
          <p:cNvGrpSpPr/>
          <p:nvPr/>
        </p:nvGrpSpPr>
        <p:grpSpPr>
          <a:xfrm>
            <a:off x="3338249" y="3940880"/>
            <a:ext cx="653143" cy="482610"/>
            <a:chOff x="685799" y="1273461"/>
            <a:chExt cx="653143" cy="482610"/>
          </a:xfrm>
        </p:grpSpPr>
        <p:sp>
          <p:nvSpPr>
            <p:cNvPr id="26" name="Oval 25">
              <a:extLst>
                <a:ext uri="{FF2B5EF4-FFF2-40B4-BE49-F238E27FC236}">
                  <a16:creationId xmlns:a16="http://schemas.microsoft.com/office/drawing/2014/main" id="{604CA84A-5576-DA88-BD43-CCBBF493EDED}"/>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27" name="TextBox 26">
              <a:extLst>
                <a:ext uri="{FF2B5EF4-FFF2-40B4-BE49-F238E27FC236}">
                  <a16:creationId xmlns:a16="http://schemas.microsoft.com/office/drawing/2014/main" id="{D9663C6D-C69A-0417-43F7-9961A2BA75E8}"/>
                </a:ext>
              </a:extLst>
            </p:cNvPr>
            <p:cNvSpPr txBox="1"/>
            <p:nvPr/>
          </p:nvSpPr>
          <p:spPr>
            <a:xfrm>
              <a:off x="685799" y="1387762"/>
              <a:ext cx="653143" cy="246221"/>
            </a:xfrm>
            <a:prstGeom prst="rect">
              <a:avLst/>
            </a:prstGeom>
            <a:noFill/>
          </p:spPr>
          <p:txBody>
            <a:bodyPr wrap="square" rtlCol="0">
              <a:spAutoFit/>
            </a:bodyPr>
            <a:lstStyle/>
            <a:p>
              <a:r>
                <a:rPr lang="en-US" sz="1000" dirty="0"/>
                <a:t>   h[2]</a:t>
              </a:r>
            </a:p>
          </p:txBody>
        </p:sp>
      </p:grpSp>
      <p:grpSp>
        <p:nvGrpSpPr>
          <p:cNvPr id="28" name="Group 27">
            <a:extLst>
              <a:ext uri="{FF2B5EF4-FFF2-40B4-BE49-F238E27FC236}">
                <a16:creationId xmlns:a16="http://schemas.microsoft.com/office/drawing/2014/main" id="{E9017EEF-3107-72BC-9030-1ACC501E996F}"/>
              </a:ext>
            </a:extLst>
          </p:cNvPr>
          <p:cNvGrpSpPr/>
          <p:nvPr/>
        </p:nvGrpSpPr>
        <p:grpSpPr>
          <a:xfrm>
            <a:off x="3345731" y="5033911"/>
            <a:ext cx="653143" cy="482610"/>
            <a:chOff x="685799" y="1273461"/>
            <a:chExt cx="653143" cy="482610"/>
          </a:xfrm>
        </p:grpSpPr>
        <p:sp>
          <p:nvSpPr>
            <p:cNvPr id="29" name="Oval 28">
              <a:extLst>
                <a:ext uri="{FF2B5EF4-FFF2-40B4-BE49-F238E27FC236}">
                  <a16:creationId xmlns:a16="http://schemas.microsoft.com/office/drawing/2014/main" id="{929FA461-928E-8D75-C76F-65B21FEAED71}"/>
                </a:ext>
              </a:extLst>
            </p:cNvPr>
            <p:cNvSpPr/>
            <p:nvPr/>
          </p:nvSpPr>
          <p:spPr>
            <a:xfrm>
              <a:off x="748052" y="1273461"/>
              <a:ext cx="489437" cy="482610"/>
            </a:xfrm>
            <a:prstGeom prst="ellipse">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0" name="TextBox 29">
              <a:extLst>
                <a:ext uri="{FF2B5EF4-FFF2-40B4-BE49-F238E27FC236}">
                  <a16:creationId xmlns:a16="http://schemas.microsoft.com/office/drawing/2014/main" id="{C1CC27DF-3F9B-E89A-6C5C-BBB52C84840F}"/>
                </a:ext>
              </a:extLst>
            </p:cNvPr>
            <p:cNvSpPr txBox="1"/>
            <p:nvPr/>
          </p:nvSpPr>
          <p:spPr>
            <a:xfrm>
              <a:off x="685799" y="1387762"/>
              <a:ext cx="653143" cy="246221"/>
            </a:xfrm>
            <a:prstGeom prst="rect">
              <a:avLst/>
            </a:prstGeom>
            <a:noFill/>
          </p:spPr>
          <p:txBody>
            <a:bodyPr wrap="square" rtlCol="0">
              <a:spAutoFit/>
            </a:bodyPr>
            <a:lstStyle/>
            <a:p>
              <a:r>
                <a:rPr lang="en-US" sz="1000" dirty="0"/>
                <a:t>  h[19]</a:t>
              </a:r>
            </a:p>
          </p:txBody>
        </p:sp>
      </p:grpSp>
      <p:cxnSp>
        <p:nvCxnSpPr>
          <p:cNvPr id="31" name="Straight Arrow Connector 30">
            <a:extLst>
              <a:ext uri="{FF2B5EF4-FFF2-40B4-BE49-F238E27FC236}">
                <a16:creationId xmlns:a16="http://schemas.microsoft.com/office/drawing/2014/main" id="{42FA5646-79F6-2ACB-FF30-2FB3607EA1A9}"/>
              </a:ext>
            </a:extLst>
          </p:cNvPr>
          <p:cNvCxnSpPr>
            <a:stCxn id="5" idx="3"/>
            <a:endCxn id="21" idx="1"/>
          </p:cNvCxnSpPr>
          <p:nvPr/>
        </p:nvCxnSpPr>
        <p:spPr>
          <a:xfrm>
            <a:off x="1330779" y="2975420"/>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D74A808A-9696-7A34-2BBA-AB6AEA26F5BF}"/>
              </a:ext>
            </a:extLst>
          </p:cNvPr>
          <p:cNvCxnSpPr>
            <a:cxnSpLocks/>
            <a:stCxn id="8" idx="3"/>
            <a:endCxn id="21" idx="1"/>
          </p:cNvCxnSpPr>
          <p:nvPr/>
        </p:nvCxnSpPr>
        <p:spPr>
          <a:xfrm flipV="1">
            <a:off x="1328056" y="2975420"/>
            <a:ext cx="2012916"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4A636119-7038-4E9E-1C05-295D958A3409}"/>
              </a:ext>
            </a:extLst>
          </p:cNvPr>
          <p:cNvCxnSpPr>
            <a:cxnSpLocks/>
            <a:stCxn id="11" idx="3"/>
            <a:endCxn id="21" idx="1"/>
          </p:cNvCxnSpPr>
          <p:nvPr/>
        </p:nvCxnSpPr>
        <p:spPr>
          <a:xfrm flipV="1">
            <a:off x="1328056" y="2975420"/>
            <a:ext cx="2012916" cy="1202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45F77A12-D29B-757C-CD1E-67401B61EEEA}"/>
              </a:ext>
            </a:extLst>
          </p:cNvPr>
          <p:cNvCxnSpPr>
            <a:cxnSpLocks/>
            <a:stCxn id="14" idx="3"/>
            <a:endCxn id="21" idx="1"/>
          </p:cNvCxnSpPr>
          <p:nvPr/>
        </p:nvCxnSpPr>
        <p:spPr>
          <a:xfrm flipV="1">
            <a:off x="1335538" y="2975420"/>
            <a:ext cx="2005434" cy="1796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74E4CF3B-C2EA-4A31-1424-BA26A294FA9F}"/>
              </a:ext>
            </a:extLst>
          </p:cNvPr>
          <p:cNvCxnSpPr>
            <a:cxnSpLocks/>
            <a:stCxn id="17" idx="3"/>
            <a:endCxn id="21" idx="1"/>
          </p:cNvCxnSpPr>
          <p:nvPr/>
        </p:nvCxnSpPr>
        <p:spPr>
          <a:xfrm flipV="1">
            <a:off x="1335538" y="2975420"/>
            <a:ext cx="2005434" cy="3431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6797BCB6-0240-EBAB-6234-C1FAAD30D379}"/>
              </a:ext>
            </a:extLst>
          </p:cNvPr>
          <p:cNvSpPr txBox="1"/>
          <p:nvPr/>
        </p:nvSpPr>
        <p:spPr>
          <a:xfrm>
            <a:off x="2025397" y="2756261"/>
            <a:ext cx="615874" cy="246221"/>
          </a:xfrm>
          <a:prstGeom prst="rect">
            <a:avLst/>
          </a:prstGeom>
          <a:noFill/>
        </p:spPr>
        <p:txBody>
          <a:bodyPr wrap="none" rtlCol="0">
            <a:spAutoFit/>
          </a:bodyPr>
          <a:lstStyle/>
          <a:p>
            <a:r>
              <a:rPr lang="en-US" sz="1000" dirty="0"/>
              <a:t>wih[0,0]</a:t>
            </a:r>
          </a:p>
        </p:txBody>
      </p:sp>
      <p:sp>
        <p:nvSpPr>
          <p:cNvPr id="101" name="TextBox 100">
            <a:extLst>
              <a:ext uri="{FF2B5EF4-FFF2-40B4-BE49-F238E27FC236}">
                <a16:creationId xmlns:a16="http://schemas.microsoft.com/office/drawing/2014/main" id="{1843938D-EB9C-0E41-3F13-861C762C5659}"/>
              </a:ext>
            </a:extLst>
          </p:cNvPr>
          <p:cNvSpPr txBox="1"/>
          <p:nvPr/>
        </p:nvSpPr>
        <p:spPr>
          <a:xfrm>
            <a:off x="2022679" y="3120932"/>
            <a:ext cx="615874" cy="246221"/>
          </a:xfrm>
          <a:prstGeom prst="rect">
            <a:avLst/>
          </a:prstGeom>
          <a:noFill/>
        </p:spPr>
        <p:txBody>
          <a:bodyPr wrap="none" rtlCol="0">
            <a:spAutoFit/>
          </a:bodyPr>
          <a:lstStyle/>
          <a:p>
            <a:r>
              <a:rPr lang="en-US" sz="1000" dirty="0"/>
              <a:t>wih[0,1]</a:t>
            </a:r>
          </a:p>
        </p:txBody>
      </p:sp>
      <p:sp>
        <p:nvSpPr>
          <p:cNvPr id="103" name="TextBox 102">
            <a:extLst>
              <a:ext uri="{FF2B5EF4-FFF2-40B4-BE49-F238E27FC236}">
                <a16:creationId xmlns:a16="http://schemas.microsoft.com/office/drawing/2014/main" id="{481DDC9D-3D8F-D13E-81DF-63A9F934F84D}"/>
              </a:ext>
            </a:extLst>
          </p:cNvPr>
          <p:cNvSpPr txBox="1"/>
          <p:nvPr/>
        </p:nvSpPr>
        <p:spPr>
          <a:xfrm>
            <a:off x="2006349" y="3455666"/>
            <a:ext cx="615874" cy="246221"/>
          </a:xfrm>
          <a:prstGeom prst="rect">
            <a:avLst/>
          </a:prstGeom>
          <a:noFill/>
        </p:spPr>
        <p:txBody>
          <a:bodyPr wrap="none" rtlCol="0">
            <a:spAutoFit/>
          </a:bodyPr>
          <a:lstStyle/>
          <a:p>
            <a:r>
              <a:rPr lang="en-US" sz="1000" dirty="0"/>
              <a:t>wih[0,2]</a:t>
            </a:r>
          </a:p>
        </p:txBody>
      </p:sp>
      <p:sp>
        <p:nvSpPr>
          <p:cNvPr id="104" name="TextBox 103">
            <a:extLst>
              <a:ext uri="{FF2B5EF4-FFF2-40B4-BE49-F238E27FC236}">
                <a16:creationId xmlns:a16="http://schemas.microsoft.com/office/drawing/2014/main" id="{F8097F72-E635-F8B2-0DC4-C86C0896EF84}"/>
              </a:ext>
            </a:extLst>
          </p:cNvPr>
          <p:cNvSpPr txBox="1"/>
          <p:nvPr/>
        </p:nvSpPr>
        <p:spPr>
          <a:xfrm>
            <a:off x="1998179" y="3831225"/>
            <a:ext cx="615874" cy="246221"/>
          </a:xfrm>
          <a:prstGeom prst="rect">
            <a:avLst/>
          </a:prstGeom>
          <a:noFill/>
        </p:spPr>
        <p:txBody>
          <a:bodyPr wrap="none" rtlCol="0">
            <a:spAutoFit/>
          </a:bodyPr>
          <a:lstStyle/>
          <a:p>
            <a:r>
              <a:rPr lang="en-US" sz="1000" dirty="0"/>
              <a:t>wih[0,3]</a:t>
            </a:r>
          </a:p>
        </p:txBody>
      </p:sp>
      <p:sp>
        <p:nvSpPr>
          <p:cNvPr id="105" name="TextBox 104">
            <a:extLst>
              <a:ext uri="{FF2B5EF4-FFF2-40B4-BE49-F238E27FC236}">
                <a16:creationId xmlns:a16="http://schemas.microsoft.com/office/drawing/2014/main" id="{DBC51A8B-CC5B-97B6-ABE1-59574F3B7CD0}"/>
              </a:ext>
            </a:extLst>
          </p:cNvPr>
          <p:cNvSpPr txBox="1"/>
          <p:nvPr/>
        </p:nvSpPr>
        <p:spPr>
          <a:xfrm rot="18301223">
            <a:off x="1571767" y="5022991"/>
            <a:ext cx="747320" cy="246221"/>
          </a:xfrm>
          <a:prstGeom prst="rect">
            <a:avLst/>
          </a:prstGeom>
          <a:noFill/>
        </p:spPr>
        <p:txBody>
          <a:bodyPr wrap="none" rtlCol="0">
            <a:spAutoFit/>
          </a:bodyPr>
          <a:lstStyle/>
          <a:p>
            <a:r>
              <a:rPr lang="en-US" sz="1000" dirty="0"/>
              <a:t>wih[0,783]</a:t>
            </a:r>
          </a:p>
        </p:txBody>
      </p:sp>
      <p:cxnSp>
        <p:nvCxnSpPr>
          <p:cNvPr id="106" name="Straight Arrow Connector 105">
            <a:extLst>
              <a:ext uri="{FF2B5EF4-FFF2-40B4-BE49-F238E27FC236}">
                <a16:creationId xmlns:a16="http://schemas.microsoft.com/office/drawing/2014/main" id="{6CA3B7A8-009A-959C-C0EB-EE1988891BD4}"/>
              </a:ext>
            </a:extLst>
          </p:cNvPr>
          <p:cNvCxnSpPr>
            <a:cxnSpLocks/>
            <a:stCxn id="5" idx="3"/>
            <a:endCxn id="24" idx="1"/>
          </p:cNvCxnSpPr>
          <p:nvPr/>
        </p:nvCxnSpPr>
        <p:spPr>
          <a:xfrm>
            <a:off x="1330779" y="2975420"/>
            <a:ext cx="2007470"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DEB3DB90-6C11-88A2-82B1-D51E2AB292C2}"/>
              </a:ext>
            </a:extLst>
          </p:cNvPr>
          <p:cNvCxnSpPr>
            <a:cxnSpLocks/>
            <a:stCxn id="8" idx="3"/>
            <a:endCxn id="24" idx="1"/>
          </p:cNvCxnSpPr>
          <p:nvPr/>
        </p:nvCxnSpPr>
        <p:spPr>
          <a:xfrm>
            <a:off x="1328056" y="3576856"/>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91F0C6DC-E6DF-F05D-312E-962639E1C63F}"/>
              </a:ext>
            </a:extLst>
          </p:cNvPr>
          <p:cNvCxnSpPr>
            <a:cxnSpLocks/>
            <a:stCxn id="11" idx="3"/>
            <a:endCxn id="24" idx="1"/>
          </p:cNvCxnSpPr>
          <p:nvPr/>
        </p:nvCxnSpPr>
        <p:spPr>
          <a:xfrm flipV="1">
            <a:off x="1328056" y="3576856"/>
            <a:ext cx="2010193"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5FA362A7-5280-2CB5-C055-627F35EB98BB}"/>
              </a:ext>
            </a:extLst>
          </p:cNvPr>
          <p:cNvCxnSpPr>
            <a:cxnSpLocks/>
            <a:stCxn id="14" idx="3"/>
            <a:endCxn id="24" idx="1"/>
          </p:cNvCxnSpPr>
          <p:nvPr/>
        </p:nvCxnSpPr>
        <p:spPr>
          <a:xfrm flipV="1">
            <a:off x="1335538" y="3576856"/>
            <a:ext cx="2002711" cy="1195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5D5095BF-6232-D1C0-1471-7496F2BD7708}"/>
              </a:ext>
            </a:extLst>
          </p:cNvPr>
          <p:cNvCxnSpPr>
            <a:cxnSpLocks/>
            <a:stCxn id="17" idx="3"/>
            <a:endCxn id="24" idx="1"/>
          </p:cNvCxnSpPr>
          <p:nvPr/>
        </p:nvCxnSpPr>
        <p:spPr>
          <a:xfrm flipV="1">
            <a:off x="1335538" y="3576856"/>
            <a:ext cx="2002711" cy="2829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4EEADD3A-DF85-A937-9D23-9A997D4EC78A}"/>
              </a:ext>
            </a:extLst>
          </p:cNvPr>
          <p:cNvSpPr txBox="1"/>
          <p:nvPr/>
        </p:nvSpPr>
        <p:spPr>
          <a:xfrm rot="18406954">
            <a:off x="1653402" y="5202546"/>
            <a:ext cx="747320" cy="246221"/>
          </a:xfrm>
          <a:prstGeom prst="rect">
            <a:avLst/>
          </a:prstGeom>
          <a:noFill/>
        </p:spPr>
        <p:txBody>
          <a:bodyPr wrap="none" rtlCol="0">
            <a:spAutoFit/>
          </a:bodyPr>
          <a:lstStyle/>
          <a:p>
            <a:r>
              <a:rPr lang="en-US" sz="1000" dirty="0"/>
              <a:t>wih[1,783]</a:t>
            </a:r>
          </a:p>
        </p:txBody>
      </p:sp>
      <p:cxnSp>
        <p:nvCxnSpPr>
          <p:cNvPr id="112" name="Straight Arrow Connector 111">
            <a:extLst>
              <a:ext uri="{FF2B5EF4-FFF2-40B4-BE49-F238E27FC236}">
                <a16:creationId xmlns:a16="http://schemas.microsoft.com/office/drawing/2014/main" id="{48BDB121-020E-4AB9-8FBA-6CFC2C301008}"/>
              </a:ext>
            </a:extLst>
          </p:cNvPr>
          <p:cNvCxnSpPr>
            <a:cxnSpLocks/>
            <a:stCxn id="17" idx="3"/>
            <a:endCxn id="30" idx="1"/>
          </p:cNvCxnSpPr>
          <p:nvPr/>
        </p:nvCxnSpPr>
        <p:spPr>
          <a:xfrm flipV="1">
            <a:off x="1335538" y="5271323"/>
            <a:ext cx="2010193" cy="1135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1078C13A-69F7-CB60-7387-7044795D3DF2}"/>
              </a:ext>
            </a:extLst>
          </p:cNvPr>
          <p:cNvCxnSpPr>
            <a:cxnSpLocks/>
            <a:stCxn id="17" idx="3"/>
            <a:endCxn id="27" idx="1"/>
          </p:cNvCxnSpPr>
          <p:nvPr/>
        </p:nvCxnSpPr>
        <p:spPr>
          <a:xfrm flipV="1">
            <a:off x="1335538" y="4178292"/>
            <a:ext cx="2002711" cy="2228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63EDD540-11C1-86A5-FA87-023BCA08FB9F}"/>
              </a:ext>
            </a:extLst>
          </p:cNvPr>
          <p:cNvSpPr txBox="1"/>
          <p:nvPr/>
        </p:nvSpPr>
        <p:spPr>
          <a:xfrm rot="19737028">
            <a:off x="1888078" y="5635375"/>
            <a:ext cx="813043" cy="246221"/>
          </a:xfrm>
          <a:prstGeom prst="rect">
            <a:avLst/>
          </a:prstGeom>
          <a:noFill/>
        </p:spPr>
        <p:txBody>
          <a:bodyPr wrap="none" rtlCol="0">
            <a:spAutoFit/>
          </a:bodyPr>
          <a:lstStyle/>
          <a:p>
            <a:r>
              <a:rPr lang="en-US" sz="1000" dirty="0"/>
              <a:t>wih[19,783]</a:t>
            </a:r>
          </a:p>
        </p:txBody>
      </p:sp>
      <p:cxnSp>
        <p:nvCxnSpPr>
          <p:cNvPr id="115" name="Straight Arrow Connector 114">
            <a:extLst>
              <a:ext uri="{FF2B5EF4-FFF2-40B4-BE49-F238E27FC236}">
                <a16:creationId xmlns:a16="http://schemas.microsoft.com/office/drawing/2014/main" id="{9E4B9632-0D53-5F43-389A-9072F34411E2}"/>
              </a:ext>
            </a:extLst>
          </p:cNvPr>
          <p:cNvCxnSpPr>
            <a:cxnSpLocks/>
            <a:stCxn id="5" idx="3"/>
            <a:endCxn id="27" idx="1"/>
          </p:cNvCxnSpPr>
          <p:nvPr/>
        </p:nvCxnSpPr>
        <p:spPr>
          <a:xfrm>
            <a:off x="1330779" y="2975420"/>
            <a:ext cx="2007470" cy="12028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0B19C601-B4EF-3A79-BD73-2E19040ED312}"/>
              </a:ext>
            </a:extLst>
          </p:cNvPr>
          <p:cNvCxnSpPr>
            <a:cxnSpLocks/>
            <a:stCxn id="8" idx="3"/>
            <a:endCxn id="27" idx="1"/>
          </p:cNvCxnSpPr>
          <p:nvPr/>
        </p:nvCxnSpPr>
        <p:spPr>
          <a:xfrm>
            <a:off x="1328056" y="3576856"/>
            <a:ext cx="2010193" cy="601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2FB9A4D5-EAE7-892D-0A28-09B604598CDF}"/>
              </a:ext>
            </a:extLst>
          </p:cNvPr>
          <p:cNvCxnSpPr>
            <a:cxnSpLocks/>
            <a:stCxn id="11" idx="3"/>
            <a:endCxn id="27" idx="1"/>
          </p:cNvCxnSpPr>
          <p:nvPr/>
        </p:nvCxnSpPr>
        <p:spPr>
          <a:xfrm>
            <a:off x="1328056" y="4178292"/>
            <a:ext cx="20101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1BD287A2-13C7-22AD-5664-96F33A68B854}"/>
              </a:ext>
            </a:extLst>
          </p:cNvPr>
          <p:cNvCxnSpPr>
            <a:cxnSpLocks/>
            <a:stCxn id="14" idx="3"/>
            <a:endCxn id="27" idx="1"/>
          </p:cNvCxnSpPr>
          <p:nvPr/>
        </p:nvCxnSpPr>
        <p:spPr>
          <a:xfrm flipV="1">
            <a:off x="1335538" y="4178292"/>
            <a:ext cx="2002711" cy="593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7B7809C6-EF3E-9F7F-0E95-AD5D9166E703}"/>
              </a:ext>
            </a:extLst>
          </p:cNvPr>
          <p:cNvCxnSpPr>
            <a:cxnSpLocks/>
            <a:stCxn id="5" idx="3"/>
            <a:endCxn id="30" idx="1"/>
          </p:cNvCxnSpPr>
          <p:nvPr/>
        </p:nvCxnSpPr>
        <p:spPr>
          <a:xfrm>
            <a:off x="1330779" y="2975420"/>
            <a:ext cx="2014952" cy="2295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6A3B869C-F717-ACBA-A555-8B73F002DCC1}"/>
              </a:ext>
            </a:extLst>
          </p:cNvPr>
          <p:cNvCxnSpPr>
            <a:cxnSpLocks/>
            <a:stCxn id="8" idx="3"/>
            <a:endCxn id="30" idx="1"/>
          </p:cNvCxnSpPr>
          <p:nvPr/>
        </p:nvCxnSpPr>
        <p:spPr>
          <a:xfrm>
            <a:off x="1328056" y="3576856"/>
            <a:ext cx="2017675" cy="1694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68E2772D-CDDC-0447-C700-EDE4DFE209B6}"/>
              </a:ext>
            </a:extLst>
          </p:cNvPr>
          <p:cNvCxnSpPr>
            <a:cxnSpLocks/>
            <a:stCxn id="11" idx="3"/>
            <a:endCxn id="30" idx="1"/>
          </p:cNvCxnSpPr>
          <p:nvPr/>
        </p:nvCxnSpPr>
        <p:spPr>
          <a:xfrm>
            <a:off x="1328056" y="4178292"/>
            <a:ext cx="2017675" cy="1093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67F6DE79-C081-D55E-3E69-BB6FEF93C876}"/>
              </a:ext>
            </a:extLst>
          </p:cNvPr>
          <p:cNvCxnSpPr>
            <a:cxnSpLocks/>
          </p:cNvCxnSpPr>
          <p:nvPr/>
        </p:nvCxnSpPr>
        <p:spPr>
          <a:xfrm>
            <a:off x="1301019" y="4729356"/>
            <a:ext cx="2010193" cy="499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A75EA562-E92B-2994-8B6B-6A4F57139C7D}"/>
              </a:ext>
            </a:extLst>
          </p:cNvPr>
          <p:cNvSpPr/>
          <p:nvPr/>
        </p:nvSpPr>
        <p:spPr>
          <a:xfrm>
            <a:off x="742817" y="1976002"/>
            <a:ext cx="489437" cy="482610"/>
          </a:xfrm>
          <a:prstGeom prst="ellipse">
            <a:avLst/>
          </a:prstGeom>
          <a:solidFill>
            <a:schemeClr val="accent4">
              <a:lumMod val="20000"/>
              <a:lumOff val="8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125" name="TextBox 124">
            <a:extLst>
              <a:ext uri="{FF2B5EF4-FFF2-40B4-BE49-F238E27FC236}">
                <a16:creationId xmlns:a16="http://schemas.microsoft.com/office/drawing/2014/main" id="{7EAA964E-F49A-0C15-56D7-B7CFDCC9DF99}"/>
              </a:ext>
            </a:extLst>
          </p:cNvPr>
          <p:cNvSpPr txBox="1"/>
          <p:nvPr/>
        </p:nvSpPr>
        <p:spPr>
          <a:xfrm>
            <a:off x="708771" y="2103957"/>
            <a:ext cx="653143" cy="246221"/>
          </a:xfrm>
          <a:prstGeom prst="rect">
            <a:avLst/>
          </a:prstGeom>
          <a:noFill/>
        </p:spPr>
        <p:txBody>
          <a:bodyPr wrap="square" rtlCol="0">
            <a:spAutoFit/>
          </a:bodyPr>
          <a:lstStyle/>
          <a:p>
            <a:r>
              <a:rPr lang="en-US" sz="1000" dirty="0"/>
              <a:t>bias = 1</a:t>
            </a:r>
          </a:p>
        </p:txBody>
      </p:sp>
      <p:cxnSp>
        <p:nvCxnSpPr>
          <p:cNvPr id="126" name="Straight Arrow Connector 125">
            <a:extLst>
              <a:ext uri="{FF2B5EF4-FFF2-40B4-BE49-F238E27FC236}">
                <a16:creationId xmlns:a16="http://schemas.microsoft.com/office/drawing/2014/main" id="{7D527E42-FC60-5345-CE19-F8F8047D9F16}"/>
              </a:ext>
            </a:extLst>
          </p:cNvPr>
          <p:cNvCxnSpPr>
            <a:cxnSpLocks/>
            <a:stCxn id="125" idx="3"/>
            <a:endCxn id="21" idx="1"/>
          </p:cNvCxnSpPr>
          <p:nvPr/>
        </p:nvCxnSpPr>
        <p:spPr>
          <a:xfrm>
            <a:off x="1361914" y="2227068"/>
            <a:ext cx="1979058" cy="748352"/>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271FD1B6-7EA2-6A56-1ECE-9EDA81901D1C}"/>
              </a:ext>
            </a:extLst>
          </p:cNvPr>
          <p:cNvSpPr txBox="1"/>
          <p:nvPr/>
        </p:nvSpPr>
        <p:spPr>
          <a:xfrm rot="1267240">
            <a:off x="1690309" y="2143729"/>
            <a:ext cx="494046" cy="246221"/>
          </a:xfrm>
          <a:prstGeom prst="rect">
            <a:avLst/>
          </a:prstGeom>
          <a:noFill/>
        </p:spPr>
        <p:txBody>
          <a:bodyPr wrap="none" rtlCol="0">
            <a:spAutoFit/>
          </a:bodyPr>
          <a:lstStyle/>
          <a:p>
            <a:r>
              <a:rPr lang="en-US" sz="1000" dirty="0" err="1"/>
              <a:t>bih</a:t>
            </a:r>
            <a:r>
              <a:rPr lang="en-US" sz="1000" dirty="0"/>
              <a:t>[0]</a:t>
            </a:r>
          </a:p>
        </p:txBody>
      </p:sp>
      <p:cxnSp>
        <p:nvCxnSpPr>
          <p:cNvPr id="128" name="Straight Arrow Connector 127">
            <a:extLst>
              <a:ext uri="{FF2B5EF4-FFF2-40B4-BE49-F238E27FC236}">
                <a16:creationId xmlns:a16="http://schemas.microsoft.com/office/drawing/2014/main" id="{7308FCAA-6322-0792-6B14-6BDE82E7BD63}"/>
              </a:ext>
            </a:extLst>
          </p:cNvPr>
          <p:cNvCxnSpPr>
            <a:cxnSpLocks/>
            <a:stCxn id="125" idx="3"/>
            <a:endCxn id="24" idx="1"/>
          </p:cNvCxnSpPr>
          <p:nvPr/>
        </p:nvCxnSpPr>
        <p:spPr>
          <a:xfrm>
            <a:off x="1361914" y="2227068"/>
            <a:ext cx="1976335" cy="1349788"/>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46D772D0-E468-2B68-B7A3-768F854EB7C6}"/>
              </a:ext>
            </a:extLst>
          </p:cNvPr>
          <p:cNvCxnSpPr>
            <a:cxnSpLocks/>
            <a:stCxn id="125" idx="3"/>
            <a:endCxn id="27" idx="1"/>
          </p:cNvCxnSpPr>
          <p:nvPr/>
        </p:nvCxnSpPr>
        <p:spPr>
          <a:xfrm>
            <a:off x="1361914" y="2227068"/>
            <a:ext cx="1976335" cy="1951224"/>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9B503B99-1346-902C-5376-2BE4D1E4F1A7}"/>
              </a:ext>
            </a:extLst>
          </p:cNvPr>
          <p:cNvCxnSpPr>
            <a:cxnSpLocks/>
            <a:stCxn id="125" idx="3"/>
            <a:endCxn id="30" idx="1"/>
          </p:cNvCxnSpPr>
          <p:nvPr/>
        </p:nvCxnSpPr>
        <p:spPr>
          <a:xfrm>
            <a:off x="1361914" y="2227068"/>
            <a:ext cx="1983817" cy="3044255"/>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3BAB574B-17C7-9C74-E23C-B8B68C370428}"/>
              </a:ext>
            </a:extLst>
          </p:cNvPr>
          <p:cNvSpPr txBox="1"/>
          <p:nvPr/>
        </p:nvSpPr>
        <p:spPr>
          <a:xfrm rot="1267240">
            <a:off x="1605317" y="2357679"/>
            <a:ext cx="494046" cy="246221"/>
          </a:xfrm>
          <a:prstGeom prst="rect">
            <a:avLst/>
          </a:prstGeom>
          <a:noFill/>
        </p:spPr>
        <p:txBody>
          <a:bodyPr wrap="none" rtlCol="0">
            <a:spAutoFit/>
          </a:bodyPr>
          <a:lstStyle/>
          <a:p>
            <a:r>
              <a:rPr lang="en-US" sz="1000" dirty="0" err="1"/>
              <a:t>bih</a:t>
            </a:r>
            <a:r>
              <a:rPr lang="en-US" sz="1000" dirty="0"/>
              <a:t>[1]</a:t>
            </a:r>
          </a:p>
        </p:txBody>
      </p:sp>
      <p:sp>
        <p:nvSpPr>
          <p:cNvPr id="132" name="TextBox 131">
            <a:extLst>
              <a:ext uri="{FF2B5EF4-FFF2-40B4-BE49-F238E27FC236}">
                <a16:creationId xmlns:a16="http://schemas.microsoft.com/office/drawing/2014/main" id="{F6FD2344-D421-C5EA-8F52-2B1A2E91D9C3}"/>
              </a:ext>
            </a:extLst>
          </p:cNvPr>
          <p:cNvSpPr txBox="1"/>
          <p:nvPr/>
        </p:nvSpPr>
        <p:spPr>
          <a:xfrm rot="3730976">
            <a:off x="1276451" y="2545252"/>
            <a:ext cx="559769" cy="246221"/>
          </a:xfrm>
          <a:prstGeom prst="rect">
            <a:avLst/>
          </a:prstGeom>
          <a:noFill/>
        </p:spPr>
        <p:txBody>
          <a:bodyPr wrap="none" rtlCol="0">
            <a:spAutoFit/>
          </a:bodyPr>
          <a:lstStyle/>
          <a:p>
            <a:r>
              <a:rPr lang="en-US" sz="1000" dirty="0" err="1"/>
              <a:t>bih</a:t>
            </a:r>
            <a:r>
              <a:rPr lang="en-US" sz="1000" dirty="0"/>
              <a:t>[19]</a:t>
            </a:r>
          </a:p>
        </p:txBody>
      </p:sp>
      <p:sp>
        <p:nvSpPr>
          <p:cNvPr id="133" name="TextBox 132">
            <a:extLst>
              <a:ext uri="{FF2B5EF4-FFF2-40B4-BE49-F238E27FC236}">
                <a16:creationId xmlns:a16="http://schemas.microsoft.com/office/drawing/2014/main" id="{C739CB17-A8CF-A971-4FB9-68D12B5BF85D}"/>
              </a:ext>
            </a:extLst>
          </p:cNvPr>
          <p:cNvSpPr txBox="1"/>
          <p:nvPr/>
        </p:nvSpPr>
        <p:spPr>
          <a:xfrm rot="2624062">
            <a:off x="1663935" y="2644900"/>
            <a:ext cx="494046" cy="246221"/>
          </a:xfrm>
          <a:prstGeom prst="rect">
            <a:avLst/>
          </a:prstGeom>
          <a:noFill/>
        </p:spPr>
        <p:txBody>
          <a:bodyPr wrap="none" rtlCol="0">
            <a:spAutoFit/>
          </a:bodyPr>
          <a:lstStyle/>
          <a:p>
            <a:r>
              <a:rPr lang="en-US" sz="1000" dirty="0" err="1"/>
              <a:t>bih</a:t>
            </a:r>
            <a:r>
              <a:rPr lang="en-US" sz="1000" dirty="0"/>
              <a:t>[2]</a:t>
            </a:r>
          </a:p>
        </p:txBody>
      </p:sp>
      <p:cxnSp>
        <p:nvCxnSpPr>
          <p:cNvPr id="135" name="Straight Arrow Connector 134">
            <a:extLst>
              <a:ext uri="{FF2B5EF4-FFF2-40B4-BE49-F238E27FC236}">
                <a16:creationId xmlns:a16="http://schemas.microsoft.com/office/drawing/2014/main" id="{0BAAD9C8-4B0E-49E9-63EB-35BED9E79F93}"/>
              </a:ext>
            </a:extLst>
          </p:cNvPr>
          <p:cNvCxnSpPr/>
          <p:nvPr/>
        </p:nvCxnSpPr>
        <p:spPr>
          <a:xfrm flipH="1">
            <a:off x="1361914" y="1524469"/>
            <a:ext cx="194929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1910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C02B7B71-2253-499D-8E0F-C3B8F8C2279E}"/>
              </a:ext>
            </a:extLst>
          </p:cNvPr>
          <p:cNvSpPr>
            <a:spLocks noGrp="1"/>
          </p:cNvSpPr>
          <p:nvPr>
            <p:ph idx="1"/>
          </p:nvPr>
        </p:nvSpPr>
        <p:spPr>
          <a:xfrm>
            <a:off x="1072191" y="2099801"/>
            <a:ext cx="10235345" cy="638502"/>
          </a:xfrm>
        </p:spPr>
        <p:txBody>
          <a:bodyPr>
            <a:noAutofit/>
          </a:bodyPr>
          <a:lstStyle/>
          <a:p>
            <a:pPr marL="0" indent="0" algn="ctr">
              <a:buNone/>
            </a:pPr>
            <a:r>
              <a:rPr lang="en-US" sz="3200" b="1" dirty="0">
                <a:solidFill>
                  <a:srgbClr val="00B0F0"/>
                </a:solidFill>
                <a:latin typeface="Calibri" panose="020F0502020204030204" pitchFamily="34" charset="0"/>
                <a:ea typeface="Cambria" panose="02040503050406030204" pitchFamily="18" charset="0"/>
                <a:cs typeface="Calibri" panose="020F0502020204030204" pitchFamily="34" charset="0"/>
              </a:rPr>
              <a:t>Thank you.</a:t>
            </a:r>
          </a:p>
        </p:txBody>
      </p:sp>
    </p:spTree>
    <p:extLst>
      <p:ext uri="{BB962C8B-B14F-4D97-AF65-F5344CB8AC3E}">
        <p14:creationId xmlns:p14="http://schemas.microsoft.com/office/powerpoint/2010/main" val="1701822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4184</TotalTime>
  <Words>2038</Words>
  <Application>Microsoft Office PowerPoint</Application>
  <PresentationFormat>Widescreen</PresentationFormat>
  <Paragraphs>259</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Brutal Type</vt:lpstr>
      <vt:lpstr>Calibri</vt:lpstr>
      <vt:lpstr>Calibri Light</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Nasucha</dc:creator>
  <cp:lastModifiedBy>Mohammad Nasucha</cp:lastModifiedBy>
  <cp:revision>82</cp:revision>
  <dcterms:created xsi:type="dcterms:W3CDTF">2022-02-16T04:17:50Z</dcterms:created>
  <dcterms:modified xsi:type="dcterms:W3CDTF">2024-07-15T05:24:04Z</dcterms:modified>
</cp:coreProperties>
</file>